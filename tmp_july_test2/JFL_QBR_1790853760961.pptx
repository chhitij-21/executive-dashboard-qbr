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106</c:v>
                </c:pt>
                <c:pt idx="2">
                  <c:v>2</c:v>
                </c:pt>
                <c:pt idx="3">
                  <c:v>5</c:v>
                </c:pt>
                <c:pt idx="4">
                  <c:v>16</c:v>
                </c:pt>
                <c:pt idx="5">
                  <c:v>0</c:v>
                </c:pt>
                <c:pt idx="6">
                  <c:v>9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163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95.24</c:v>
                </c:pt>
                <c:pt idx="1">
                  <c:v>4.760000000000005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1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Raw-1 july to 31 july 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98.44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Greater Noida (100.00%), Guwahati (100.00%), Hyderabad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Raw-1 july to 31 july 26 (95.92% BREACH), Greater Noida (100.00%), Guwahati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(82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(1.00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(6 tickets).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6 monitored JFL sites for the period 1 July 2026 – 31 July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July 2026 – 31 July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95.92%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67.53%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95.24%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July 2026 – 31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95.92%,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163 incidents were recorded, with Greater Noida contributing the highest volume (106 incidents), primarily driven by Stable Operations (No Incidents).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achieved the strongest health score while Raw-1 july to 31 july 26 reported the lowest at 93.92.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67954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50.3% (82)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2691994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36.8% (60)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358445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 (8)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226771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(5)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95.92%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67.53%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95.24%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Raw-1 july to 31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29983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265176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inventory devices registered in this reporting period.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231 devices across 1 sites.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231 devices (100.0%) are production-active and subject to SLA accountability.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163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106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154 incidents (94.5%)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50.3%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(36.8%).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Investigate and mitigate Unknown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84048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22376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53212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06070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Raw-1 july to 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274320" y="4425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1143000" y="4453128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371600" y="44256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3063240" y="4453128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291840" y="44256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4983480" y="4453128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44256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6903720" y="4453128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132320" y="44256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94" name="Shape 91"/>
          <p:cNvSpPr/>
          <p:nvPr/>
        </p:nvSpPr>
        <p:spPr>
          <a:xfrm>
            <a:off x="8823960" y="4453128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052560" y="44256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July 2026 – 31 July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95.24%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95.92%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67.53%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Raw-1 july to 31 july 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90.91%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95.24%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95.92%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PRO/INC/56204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JFL-GNSC-AP04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PRO/INC/56229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Faulty - For RM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PRO/INC/56409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 port security 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PRO/INC/56422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163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94.5% — 154 tickets resolved, 9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Raw-1 july to 31 july 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90.91%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Raw-1 july to 31 july 26 reported the lowest health score of 93.92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out of 6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Raw-1 july to 31 july 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 (Data Not Available)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N/A active devices (N/A switches, N/A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N/A | Proactive Switch Uptime: N/A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Bangalore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Bangalore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Client Side Activity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0 active devices (0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PRO/INC/56204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JFL-GNSC-AP04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PRO/INC/56229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Faulty - For RMA 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PRO/INC/56426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(49.1%).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0 active devices (0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PRO/INC/56885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PRO/INC/56886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0 active devices (0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PRO/INC/57700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PRO/INC/58251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PRO/INC/58253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PRO/INC/58254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PRO/INC/58255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0 active devices (0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PRO/INC/56212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PRO/INC/56582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PRO/INC/56826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PRO/INC/56827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PRO/INC/56828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PRO/INC/56829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PRO/INC/57204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PRO/INC/57320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(37.5%).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 (Data Not Available)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 operates N/A active devices (N/A switches, N/A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N/A | Proactive Switch Uptime: N/A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Third Party Device issue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0 active devices (0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PRO/INC/56432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PRO/INC/57071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 Reset | JFL, Nagpur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PRO/INC/58616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PRO/INC/58735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N/A (Data Not Available)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N/A active devices (N/A switches, N/A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N/A | Proactive Switch Uptime: N/A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(36.8%). Conduct root cause workshop with operations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Unknown failures.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(82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(60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"Unknown" (8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Q5AA-GJ47-DK5X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Q5AA-FRBE-94N5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Q3KG-9RDD-U5HG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Q5AA-H6R3-LUMM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Q5AA-FRBE-94N5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Q5AA-5TRP-EJMF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Q5AA-7TFR-X7ZG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Faulty - For RMA - GNSC-NCK-AC-SW-01 -  Gra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Faulty - For 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Recovery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 to enable V lan 9 on SEC-CAB-SW2 port 36--Q2Q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 port security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Q3AC-MPKF-FE8T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Q5AA-GJ47-DK5X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Q5AA-H6R3-LUMM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2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Q5AA-S8HG-F6YT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Q5AA-ASYH-AKEA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Q5AA-JKR4-S9MX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Q5AA-EZ6A-S56Y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Q5AA-XGDL-V7JB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Q3KG-8U94-FMUC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Q3KG-GWW5-CHJC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Q5AA-LCK3-FDNW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Q5AA-EZ6A-S56Y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3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Q5AA-GHXM-TRTK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Q5AA-FRBE-94N5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Q5AA-GJ47-DK5X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Q5AA-GMN6-UE62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Q5AA-V3D8-DKEG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Q5AA-PHPN-4452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Q5AR-A7VQ-MZJM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Q5AA-H6R3-LUMM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Q3KG-J4EF-KZ54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Q3KG-X73V-EYFZ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Q5AA-U98X-3FD7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Q3KG-6BJV-TZA3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4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Q5AA-DEJD-R4N5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Q5AA-C4TF-5ZA8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Q3KG-D56U-BSMY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Q5AA-TSZZ-HUFQ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Q3KG-BTTL-HVZU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Q3KG-DGB7-HMVP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Q3KG-8U94-FMUC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Q5AA-ASYH-AKEA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Q5AA-EZ6A-S56Y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Q5AA-JYZN-6KKB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5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Q5AA-RM28-C2R8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Q3KG-GWW5-CHJC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Q3KG-8U94-FMUC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Q5AA-EZ6A-S56Y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Q5AA-JKR4-S9MX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Q5AA-XGDL-V7JB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Q3KG-XSEX-EG6A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Q3KG-GWW5-CHJC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Q3KG-8U94-FMUC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Q3KG-GWW5-CHJC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Q3KG-XSEX-EG6A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(Possibly forged)Not able to login in GNSC core 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FVH2836L5EQ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(Possibly forged)Not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6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Q5AA-FRBE-94N5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Q5AA-GJ47-DK5X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Q5AA-5TRP-EJMF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Q5AA-7TFR-X7ZG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 Reset | JFL, 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FVH2903L6L7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 Reset | JFL, Na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Q3KG-DGB7-HMVP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Q5AA-TSZZ-HUFQ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7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Q3KG-X73V-EYFZ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Q5AA-DEJD-R4N5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Q3KG-DGB7-HMVP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Q5AA-4792-7HZC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Q5AA-4792-7HZC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Q3KG-BTTL-HVZU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Q5AA-U98X-3FD7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Q5AA-JYZN-6KKB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Q3KG-BTTL-HVZU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Q3KG-X73V-EYFZ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Q3KG-J4EF-KZ54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Q5AA-DEJD-R4N5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8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Wi-Fi authenticate issue at GNSC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Wi-Fi authenticate 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Q5AA-U98X-3FD7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Q3KG-CFHX-4TRU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Q3KG-CFHX-4TRU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4 Wi-Fi Router Down-------Q5AA-S8HG-F6YT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Q5AA-S8HG-F6YT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Q3KG-XSEX-EG6A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Q2QW-CAJU-QVKD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Q5AE-KNH9-5GV8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GF-AP01-ETP-SW1-10P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Q3KG-DGB7-HMVP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9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Q5AA-S8HG-F6YT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Q2QW-GPBW-SLG9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Q2QW-CQSG-6X85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Q2QW-EX7M-X9M6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Q2QW-CANP-QCYR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Q3AC-WRR3-U9YN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1F-AP09-R05-SW02-36P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Q3AC-Y2HS-V29M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1F-AP26-R5-SW02-34P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Q5AA-S8HG-F6YT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Q3KG-8U94-FMUC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Q3KG-GWW5-CHJC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Q5AA-S8HG-F6YT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10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Q2QW-CAJU-QVKD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Q2QW-EY63-C2SF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Q3AC-75JU-8592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2F-AP19-R04-HEALTH 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Q5AE-KNH9-5GV8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GF-AP01-ETP-SW1-10P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Q5AA-S8HG-F6YT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Q5AA-Q8AL-KHWV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Q5AR-PZ39-USUZ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Q5AA-46QV-Z3ZC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Q5AA-GAFW-R58M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 port security below the switch. || Near Tra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 port security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Q3KG-A9R2-ATYY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11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Q5AR-527V-Z8YR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Q3KG-9RDD-U5HG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Q5AA-43RJ-JQUD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Q2QW-D8UN-JHM7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GF-R4-SW3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12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Q3AC-59QF-LNTG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GF-AP35-R04-SW02-13P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Q3AC-W6MK-P7AJ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GF-AP39-R04-SW02-15P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Q3AC-DK8K-8UBR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GF-AP09-R02-SW01-22P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Q5AE-P2XG-J4BA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MZ-AP1-R01-SW-6P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Q5AE-Y9U3-MTM2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MZ-AP7-R02-SW01-5P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Q5AA-Y9EX-GL7E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Q5AR-DAMQ-NUE2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Q3KG-A9R2-ATYY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Q5AA-PHPN-4452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Q5AR-TEZ8-EZVW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Q5AR-56BZ-6TSR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13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Q3KG-8U94-FMUC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Q3KG-XSEX-EG6A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Q5AA-LCK3-FDNW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Q5AA-LCK3-FDNW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Q5AA-Y9EX-GL7E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Q2DW-FPMF-3AL6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CORE-2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Q5AA-SK3L-NVFH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Q5AA-32YH-Q43U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Q3KG-XSEX-EG6A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Q3KG-GWW5-CHJC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Q5AA-JKR4-S9MX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14 of 14)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Q2QW-D8UN-JHM7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GF-R4-SW3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Q2QW-CNV8-9Q8Y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GF-R4-SW1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Q5AA-LCK3-FDNW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Q5AA-FRBE-94N5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Q5AA-GJ47-DK5X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Q5AA-5TRP-EJMF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Q5AA-7TFR-X7ZG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July 2026 – 31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1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2026-10-01T11:22:40Z</dcterms:created>
  <dcterms:modified xsi:type="dcterms:W3CDTF">2026-10-01T11:22:40Z</dcterms:modified>
</cp:coreProperties>
</file>