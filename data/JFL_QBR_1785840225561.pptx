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230</c:v>
                </c:pt>
                <c:pt idx="2">
                  <c:v>11</c:v>
                </c:pt>
                <c:pt idx="3">
                  <c:v>5</c:v>
                </c:pt>
                <c:pt idx="4">
                  <c:v>55</c:v>
                </c:pt>
                <c:pt idx="5">
                  <c:v>0</c:v>
                </c:pt>
                <c:pt idx="6">
                  <c:v>50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95.42%,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423 incidents were recorded, with Greater Noida contributing the highest volume (230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Nagpur reported the lowest at 55.62.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71.85%;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84048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(222)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(129)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38039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(22)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6633743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55984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505439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454452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432300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4211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 / 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/ 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373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3560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48638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1945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782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230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412 incidents (97.4%)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Boot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71.85%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95.42%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97.4% — 412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reported the lowest health score of 55.62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Client Side Activity failures. Deploy incident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97.93%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85.35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79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97.93%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60 (92.3%)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(3.1%)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 (1.5%)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(1.5%)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total incidents logged; primary driver: New Configuration.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72.03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230 incidents recorded; primary root cause: New Configuration.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110 (47.8%)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98 (42.6%)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7 (3.0%)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6 (2.6%)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(42.6%).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93.97%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65.03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93.97%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7 (63.6%)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Softwa: 4 (36.4%)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PRO/INC/49450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65.03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Guwahati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Guwahati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87.44%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87.44%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78.94%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10.5%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58.47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78.94%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39 (70.9%)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12 (21.8%)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(1.8%)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58.47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Mohali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Mohali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total incidents logged; primary driver: Client Side Activity.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57.02%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55.62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57.02%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incidents recorded; primary root cause: Client Side Activity.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17 (34.0%)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13 (26.0%)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9 (18.0%)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4 (8.0%)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NAGPUR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PRO/INC/45528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PRO/INC/46268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Errors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PRO/INC/47575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(34.0%).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55.62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Client Side Activity.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Nagpur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Nagpur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99.38.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55.62).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58.47). Conduct on-site audit and deploy rapid response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65.03). Conduct on-site audit and deploy rapid respon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Nagpur (Score: 55.62)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58.47)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65.03)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(222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(129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"New Configuration" (22 occu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225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423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2026-08-04T10:43:45Z</dcterms:created>
  <dcterms:modified xsi:type="dcterms:W3CDTF">2026-08-04T10:43:45Z</dcterms:modified>
</cp:coreProperties>
</file>