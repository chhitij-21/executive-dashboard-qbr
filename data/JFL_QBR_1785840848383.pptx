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95.42%,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55.62.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71.85%;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3374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5984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0543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54452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32300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 / 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71.85%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95.42%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55.62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85.35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72.03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New Configuration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99.94%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65.03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99.94%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65.03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99.97%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99.97%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99.10%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58.47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99.10%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58.47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99.59%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Third Party Device issue.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55.62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Third Party Device issue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99.59%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Third Party Device issue.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55.62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Third Party Device issue.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55.62).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58.47).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65.03).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55.62)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58.47)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65.03)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2026-08-04T10:54:08Z</dcterms:created>
  <dcterms:modified xsi:type="dcterms:W3CDTF">2026-08-04T10:54:08Z</dcterms:modified>
</cp:coreProperties>
</file>