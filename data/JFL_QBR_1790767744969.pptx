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</c:v>
                </c:pt>
                <c:pt idx="1">
                  <c:v>188</c:v>
                </c:pt>
                <c:pt idx="2">
                  <c:v>15</c:v>
                </c:pt>
                <c:pt idx="3">
                  <c:v>0</c:v>
                </c:pt>
                <c:pt idx="4">
                  <c:v>47</c:v>
                </c:pt>
                <c:pt idx="5">
                  <c:v>0</c:v>
                </c:pt>
                <c:pt idx="6">
                  <c:v>43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0.001</c:v>
                </c:pt>
                <c:pt idx="2">
                  <c:v>363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90.59</c:v>
                </c:pt>
                <c:pt idx="1">
                  <c:v>9.409999999999997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7 April 2026 – 6 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30 September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98.27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 / 25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178 / 56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/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91.34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 / 14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68.88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Hyderabad (100.00%), Mumbai-DC (100.00%), Noida (100.00%).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Nagpur (68.88% BREACH), Mohali (91.34% BREACH), Guwahati (97.76%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(191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Guwahati (2.00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(1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Mohali (Proactive: 99.36%, JFL: 91.34%); Nagpur (Proactive: 99.88%, JFL: 68.88%).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7 April 2026 – 6 July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User Selected Period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97.59%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61.29%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90.59%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User Selected Period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97.59%, marginally below the 99.3%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363 incidents were recorded, with Greater Noida contributing the highest volume (188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achieved the strongest health score while Nagpur reported the lowest at 59.83.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3847795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52.6% (191)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2260397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30.9% (112)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482803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 (24)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263347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 (13)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97.59%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61.29%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90.59%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363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6498504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83.6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5776448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74.3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519507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482666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62.1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4650227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59.8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83.6%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445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372 devices (83.6%)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73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363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188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360 incidents (99.2%)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52.6%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30.9%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 Component Failures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(30.9%).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Boot Issues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4048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53212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106070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5" name="Shape 92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9" name="Shape 96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8" name="Shape 105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2" name="Shape 109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99.3%  ·  User Selected Period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90.59%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97.59%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61.29%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99.3%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98.27%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60.63%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99.10%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91.34%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68.88%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90.59% against a 99.3%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97.59%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PRO/INC/41621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363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99.2% — 360 tickets resolved, 3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83.6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98.27%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60.63%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99.10%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91.34%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59.8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68.88%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reported the lowest health score of 59.83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59.8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Client Side Activity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83.6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60.63%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83.61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98.27%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60.6%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83.61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(49 switches, 78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98.27% | Proactive Switch Uptime: 99.77%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Q2ZP-AP5E-Z83L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Q2ZP-D2D2-VFQK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Q2ZP-D47G-NGKY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Q2QW-EXJY-SE64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Q2QW-CTFE-E2WF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Q2QW-CTFW-5KJ6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99.10%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42.98%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74.32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188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188 total incidents logged; primary driver: New Configuration.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99.10%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43.0%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74.32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122 active devices (42 switches, 72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99.10% | Proactive Switch Uptime: 99.81%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[New Configuration]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99.10%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JFL-GNMC-1F-LB-AC-SW-01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FCW2110B28C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FOC2113V20F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JFL-GNMC-3F-AC-ST-01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FOC2113S2MD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New Configuration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PRO/INC/42933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PRO/INC/44555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PRO/INC/44719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PRO/INC/45327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(43.6%).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97.76%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66.84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97.76%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66.84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97.76% | Proactive Switch Uptime: 99.98%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97.76%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PRO/INC/41621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PRO/INC/45631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PRO/INC/45632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PRO/INC/47426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PRO/INC/47431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99.3%.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HYDERABAD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Hyderabad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Hyderabad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91.34%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62.10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91.34%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10.5%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62.10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(4 switches, 15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91.34% | Proactive Switch Uptime: 99.36%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91.34%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ROOM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Q3LM-TGAF-Q97P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PRO/INC/41803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PRO/INC/43076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PRO/INC/45099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PRO/INC/45342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PRO/INC/45960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PRO/INC/46727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99.3%.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Mumbai-DC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operates 8 active devices (4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MUMBAI-DC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Mumbai-DC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Mumbai-DC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68.88%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59.83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 total incidents logged; primary driver: Third Party Device issue.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68.88%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59.83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68.88% | Proactive Switch Uptime: 99.88%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[Client Side Activity].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68.88%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Client Side Activity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PRO/INC/41715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PRO/INC/44676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PRO/INC/44824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PRO/INC/45528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PRO/INC/46268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PRO/INC/46310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(37.2%).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99.3%.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83 active devices (41 switches, 36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FVH2903LAA9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NaN%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FOC2710Y261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FOC2714Z681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FOC2716YN3W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FOC2716YLLY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FOC2716YLM7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FOC2714Z5B8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59.83).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62.10).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66.84).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Nagpur (Score: 59.83)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Mohali (Score: 62.10)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66.84)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(191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"Client Side Activity" (112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"New Configuration" (24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1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Q2MW-DT66-3HKL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 to Enable VLan 9 - GF-ETP-SW1-Port 45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Q2QW-CAJU-QVKD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Q5AA-RM28-C2R8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Q3AC-9EFV-95CH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Q3AC-C4P4-JNC9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Q3AC-PGZ6-YM5F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Q2QW-CTCG-QKDE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Q2QW-CTMF-ZXMF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Q3AC-JN66-PSGV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Q3AC-9EFV-95CH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Q2QW-ARKH-HCRT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2F-R4-SW2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2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Q3AC-PGZ6-YM5F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Q3AC-C4P4-JNC9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User Selected Period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30 September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2026-09-30T11:29:05Z</dcterms:created>
  <dcterms:modified xsi:type="dcterms:W3CDTF">2026-09-30T11:29:05Z</dcterms:modified>
</cp:coreProperties>
</file>