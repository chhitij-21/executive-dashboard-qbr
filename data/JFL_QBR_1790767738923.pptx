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</c:v>
                </c:pt>
                <c:pt idx="1">
                  <c:v>188</c:v>
                </c:pt>
                <c:pt idx="2">
                  <c:v>15</c:v>
                </c:pt>
                <c:pt idx="3">
                  <c:v>0</c:v>
                </c:pt>
                <c:pt idx="4">
                  <c:v>47</c:v>
                </c:pt>
                <c:pt idx="5">
                  <c:v>0</c:v>
                </c:pt>
                <c:pt idx="6">
                  <c:v>43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363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90.59</c:v>
                </c:pt>
                <c:pt idx="1">
                  <c:v>9.409999999999997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7 April 2026 – 6 July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30 September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/ 25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178 / 56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91.34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 / 14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Mumbai-DC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(68.88% BREACH), Mohali (91.34% BREACH), Guwahati (97.76%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(191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(2.00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Mohali (Proactive: 99.36%, JFL: 91.34%); Nagpur (Proactive: 99.88%, JFL: 68.88%).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7 April 2026 – 6 July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User Selected Period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97.59%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363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61.29%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90.59%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User Selected Period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97.59%, marginally below the 99.3%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363 incidents were recorded, with Greater Noida contributing the highest volume (188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Nagpur reported the lowest at 59.83.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847795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52.6% (191)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226039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30.9% (112)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82803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6.6% (24)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6334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97.59%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61.29%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90.59%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6498504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776448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19507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66.8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482666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62.1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65022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59.8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445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445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372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363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188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360 incidents (99.2%)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(30.9%).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4048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53212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106070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1" name="Shape 98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99.3%  ·  User Selected Period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90.59%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97.59%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61.29%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99.3%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60.63%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99.10%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99.36%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91.34%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90.59% against a 99.3%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97.59%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363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99.2% — 360 tickets resolved, 3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98.27%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60.63%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99.10%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91.34%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reported the lowest health score of 59.83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Client Side Activity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62.1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98.27%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60.63%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83.61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98.27%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60.6%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83.61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98.27% | Proactive Switch Uptime: 99.77%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99.10%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74.32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99.10%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43.0%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74.32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99.10% | Proactive Switch Uptime: 99.81%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99.10%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(43.6%).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66.84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97.76%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66.84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97.76% | Proactive Switch Uptime: 99.98%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97.76%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91.34%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62.10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91.34%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62.10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91.34% | Proactive Switch Uptime: 99.36%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91.34%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98.61%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68.88%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59.83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68.88% — below SLA target of 99.3%.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59.83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68.88% | Proactive Switch Uptime: 99.88% — below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[Client Side Activity].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68.88%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Client Side Activity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PRO/INC/45528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PRO/INC/46268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PRO/INC/46310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(37.2%).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99.3%.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83 active devices (41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99.3%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NaN%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59.83).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62.10).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66.84).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59.83)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62.10)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66.84)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(191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(112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(24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Q2MW-DT66-3HKL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to Enable VLan 9 - GF-ETP-SW1-Port 45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Q2QW-CAJU-QVKD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Q2QW-CTCG-QKDE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Q2QW-CTMF-ZXMF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Q3AC-JN66-PSGV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Q2QW-ARKH-HCRT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User Selected Period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30 September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2026-09-30T11:28:58Z</dcterms:created>
  <dcterms:modified xsi:type="dcterms:W3CDTF">2026-09-30T11:28:58Z</dcterms:modified>
</cp:coreProperties>
</file>