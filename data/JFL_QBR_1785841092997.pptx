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107</c:v>
                </c:pt>
                <c:pt idx="2">
                  <c:v>2</c:v>
                </c:pt>
                <c:pt idx="3">
                  <c:v>5</c:v>
                </c:pt>
                <c:pt idx="4">
                  <c:v>19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83.83%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98.27%,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171 incidents were recorded, with Greater Noida contributing the highest volume (107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Mohali reported the lowest at 73.09.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83.83%;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77.9%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723437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 (87)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567635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 (60)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424282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(10)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1214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 (5)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7176257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6617421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6473632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5680847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678608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77.90%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83.83%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58541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360947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962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218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107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160 incidents (93.6%)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(35.1%).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91540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Shape 101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83.83%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83.83%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98.27%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JFL-GNMC-NCK-SW-02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SEC-CAB-SW2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93.6% — 160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reported the lowest health score of 73.09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Client Side Activity trends. Consider preventive mainten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Third Party Device issue trends. Consider preventive mai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92.33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99.62%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 of 92.33 indicates strong operational stability.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11480" y="434340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34340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66928" y="437083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total incidents logged; primary driver: Device Power Issues.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81.1% of devices are incident-free — investigate recurring failures.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78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99.62%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21 (75.0%)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5 (17.9%)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1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(3.6%)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85.14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total incidents logged; primary driver: Others.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99.33%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85.14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99.33%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107 incidents recorded; primary root cause: Others.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52 (48.6%)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47 (43.9%)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5 (4.7%)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2 (1.9%)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98.52%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83.29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98.52%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2 (100.0%)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100.00%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total incidents logged; primary driver: Stable Operations (No Incidents).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73.09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Stable Operations (No Incidents)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100.00%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incidents recorded; primary root cause: Stable Operations (No Incidents).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12 (63.2%)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6 (31.6%)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(5.3%)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PRO/INC/56582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PRO/INC/57320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PRO/INC/57375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PRO/INC/57405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(31.6%).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87.31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total incidents logged; primary driver: Third Party Device issue.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81.79%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87.31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81.79%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incidents recorded; primary root cause: Third Party Device issue.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3 (33.3%)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3 (33.3%)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(22.2%)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(11.1%)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35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73.09).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83.29). Conduct on-site audit and deploy rapid respon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85.14). Conduct on-site audit and deploy rapid 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73.09)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83.29)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Greater Noida (Score: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(87 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(60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"On Hold" (10 occurrences 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444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223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JFL-GNMC-NCK-SW-02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SEC-CAB-SW2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171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2026-08-04T10:58:13Z</dcterms:created>
  <dcterms:modified xsi:type="dcterms:W3CDTF">2026-08-04T10:58:13Z</dcterms:modified>
</cp:coreProperties>
</file>