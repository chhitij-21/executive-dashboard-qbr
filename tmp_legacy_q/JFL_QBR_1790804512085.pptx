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185</c:v>
                </c:pt>
                <c:pt idx="2">
                  <c:v>15</c:v>
                </c:pt>
                <c:pt idx="3">
                  <c:v>0</c:v>
                </c:pt>
                <c:pt idx="4">
                  <c:v>45</c:v>
                </c:pt>
                <c:pt idx="5">
                  <c:v>0</c:v>
                </c:pt>
                <c:pt idx="6">
                  <c:v>42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357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94.7</c:v>
                </c:pt>
                <c:pt idx="1">
                  <c:v>5.299999999999997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Quarterly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Quarterly Report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 / 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(68.81% BREACH), Guwahati (97.73% BREACH), Bangalore (98.57%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Mohali (2.21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99.88%, JFL: 68.81%).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Quarterly Report.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Quarterly Report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97.80%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Quarterly Report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97.80%,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357 incidents were recorded, with Greater Noida contributing the highest volume (185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60.49.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91363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(109)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535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(22)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97.80%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86458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0571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429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5106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70152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185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355 incidents (99.4%)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99.3%  ·  Quarterly Report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97.80%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94.70% against a 99.3%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97.80%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99.4% — 355 tickets resolved, 2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98.57%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60.49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98.57%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88.32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98.57%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72.0%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88.32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98.57% | Proactive Switch Uptime: 99.81%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98.57%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41.59%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73.41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99.01%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41.6%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73.41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99.01% | Proactive Switch Uptime: 99.84%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(43.2%).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66.83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97.73%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97.73% | Proactive Switch Uptime: 99.98%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62.08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98.65%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62.08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98.65% | Proactive Switch Uptime: 99.32%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60.49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68.81%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60.49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68.81% | Proactive Switch Uptime: 99.88%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(35.7%).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60.49).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62.08).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66.83).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60.49)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62.08)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(109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Quarterly Report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2026-09-30T21:41:52Z</dcterms:created>
  <dcterms:modified xsi:type="dcterms:W3CDTF">2026-09-30T21:41:52Z</dcterms:modified>
</cp:coreProperties>
</file>