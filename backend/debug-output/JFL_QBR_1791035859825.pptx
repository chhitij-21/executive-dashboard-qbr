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(99.24%).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Guwahati (11.55% BREACH), Nagpur (47.36% BREACH), Greater Noida (65.11%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98.92%, JFL: 11.55%); Hyderabad (Proactive: 99.59%, JFL: 81.19%); Mohali (Proactive: 99.98%, JFL: 91.28%); Nagpur (Proactive: 66.27%, JFL: 47.36%).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92.65%,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9.94.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1928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59457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257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09636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39326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398257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92.65%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9.94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Preventive Maintenance (PM) or Planned Upgrade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98.03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98.03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99.24%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99.24% | Proactive Switch Uptime: 100.00%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71.98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11.55%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9.94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11.55% | Proactive Switch Uptime: 98.92%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65.57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81.19%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65.57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81.19% | Proactive Switch Uptime: 99.59%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69.39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91.28%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69.39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91.28% | Proactive Switch Uptime: 99.98%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51.24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47.36%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51.24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47.36% | Proactive Switch Uptime: 66.27%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32.39%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9.94).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51.24).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65.57).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9.94)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51.24)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65.57)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2026-10-03T13:57:40Z</dcterms:created>
  <dcterms:modified xsi:type="dcterms:W3CDTF">2026-10-03T13:57:40Z</dcterms:modified>
</cp:coreProperties>
</file>