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98</c:v>
                </c:pt>
                <c:pt idx="2">
                  <c:v>50</c:v>
                </c:pt>
                <c:pt idx="3">
                  <c:v>55</c:v>
                </c:pt>
                <c:pt idx="4">
                  <c:v>21</c:v>
                </c:pt>
                <c:pt idx="5">
                  <c:v>0</c:v>
                </c:pt>
                <c:pt idx="6">
                  <c:v>16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2</c:v>
                </c:pt>
                <c:pt idx="2">
                  <c:v>248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86.25</c:v>
                </c:pt>
                <c:pt idx="1">
                  <c:v>13.75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September 2026 – 30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 / 48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/ 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Mumbai-DC (100.00%), Noida (100.00%), Bangalore (99.24%).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Guwahati (11.55% BREACH), Nagpur (47.36% BREACH), Greater Noida (65.11%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(123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(7.00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(8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Greater Noida (Proactive: 99.86%, JFL: 65.11%); Guwahati (Proactive: 98.92%, JFL: 11.55%); Hyderabad (Proactive: 99.59%, JFL: 81.19%); Mohali (Proactive: 99.98%, JFL: 91.28%); Nagpur (Proactive: 66.27%, JFL: 47.36%).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September 2026 – 30 September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September 2026 – 30 September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September 2026 – 30 September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92.65%,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250 incidents were recorded, with Greater Noida contributing the highest volume (98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Guwahati reported the lowest at 9.94.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5990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 (123)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7556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(60)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7900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(27)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(PM) or Planned Upgrade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8521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 (20)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619284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59457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72577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5096363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539326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398257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98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240 incidents (96.0%)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Bugs: Deploy firmware updates. Enforce change management for configuration changes.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Investigate and mitigate Client Side Activity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84048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3212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22376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September 2026 – 30 September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86.25%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92.65%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PRO/INC/64100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96.0% — 240 tickets resolved, 10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9.94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Firmware or Software Bugs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Preventive Maintenance (PM) or Planned Upgrade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Firmware or Software Bugs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98.03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96.1%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98.03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total incidents logged; primary driver: Device Power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99.24%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99.24% | Proactive Switch Uptime: 100.00%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[Configuration Errors].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Configuration Errors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PRO/INC/62741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PRO/INC/63975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GF-AP45-R03-SW03-30P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Unknown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55.26%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71.98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65.11%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55.3%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71.98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65.11% | Proactive Switch Uptime: 99.86%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total incidents logged; primary driver: Device Power Issues.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11.55%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9.94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11.55% | Proactive Switch Uptime: 98.92%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65.57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81.19%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18.8%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65.57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81.19% | Proactive Switch Uptime: 99.59%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26.32%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69.39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total incidents logged; primary driver: Configuration Errors.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91.28%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26.3%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69.39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91.28% | Proactive Switch Uptime: 99.98%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[Configuration Errors] | APs [Preventive Maintenance (PM) or Planned Upgrade].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Configuration Errors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Preventive Maintenance (PM) or Planned Upgrade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(61.9%).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51.24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47.36%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51.24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47.36% | Proactive Switch Uptime: 66.27%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32.39%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9.94).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51.24).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65.57).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Preventive Maintenance (PM) or Planned Upgrade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9.94)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51.24)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65.57)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(123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"Firmware or Software Bugs" (60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(27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 wall and Security block Splicing Work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September 2026 – 30 September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2026-10-03T13:22:27Z</dcterms:created>
  <dcterms:modified xsi:type="dcterms:W3CDTF">2026-10-03T13:22:27Z</dcterms:modified>
</cp:coreProperties>
</file>