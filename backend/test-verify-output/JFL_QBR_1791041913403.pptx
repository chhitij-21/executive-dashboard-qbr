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87.57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(99.76%).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Guwahati (67.28% BREACH), Nagpur (74.88% BREACH), Hyderabad (95.58%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Guwahati (Proactive: 99.60%, JFL: 67.28%); Nagpur (Proactive: 87.57%, JFL: 74.88%).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96.31%,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40.62.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39492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95288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315714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180305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4632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49633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97.62%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97.07%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87.57%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96.31%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97.07%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40.62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Preventive Maintenance (PM) or Planned Upgrade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99.76%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98.29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99.76% | Proactive Switch Uptime: 100.00%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97.07%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76.59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97.07%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76.59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97.07% | Proactive Switch Uptime: 97.62%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97.07%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40.62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67.28%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40.62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67.28% | Proactive Switch Uptime: 99.60%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66.65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95.58%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66.65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95.58% | Proactive Switch Uptime: 99.81%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98.35%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70.29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98.35%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70.29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98.35% | Proactive Switch Uptime: 100.00%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98.35%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74.88%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57.85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74.88%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57.85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74.88% | Proactive Switch Uptime: 87.57%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75.09%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75.21%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40.62).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57.85).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66.65).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40.62)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57.85)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66.65)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2026-10-03T15:38:35Z</dcterms:created>
  <dcterms:modified xsi:type="dcterms:W3CDTF">2026-10-03T15:38:35Z</dcterms:modified>
</cp:coreProperties>
</file>