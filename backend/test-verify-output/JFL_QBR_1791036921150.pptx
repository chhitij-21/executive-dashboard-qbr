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98</c:v>
                </c:pt>
                <c:pt idx="2">
                  <c:v>50</c:v>
                </c:pt>
                <c:pt idx="3">
                  <c:v>55</c:v>
                </c:pt>
                <c:pt idx="4">
                  <c:v>21</c:v>
                </c:pt>
                <c:pt idx="5">
                  <c:v>0</c:v>
                </c:pt>
                <c:pt idx="6">
                  <c:v>16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2</c:v>
                </c:pt>
                <c:pt idx="2">
                  <c:v>248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86.25</c:v>
                </c:pt>
                <c:pt idx="1">
                  <c:v>13.75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September 2026 – 30 September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3 October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99.24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/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 / 48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98.92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 /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99.59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81.19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 / 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91.28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 / 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Planned Upgrade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66.27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47.36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/ 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Mumbai-DC (100.00%), Noida (100.00%), Bangalore (99.24%).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Guwahati (11.55% BREACH), Nagpur (47.36% BREACH), Greater Noida (65.11%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(123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Guwahati (7.00 incidents per device).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with the most On Hold tickets: Greater Noida (8 tickets).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Sites with Proactive and JFL Switch Uptime variance &gt; 5%: Greater Noida (Proactive: 99.86%, JFL: 65.11%); Guwahati (Proactive: 98.92%, JFL: 11.55%); Hyderabad (Proactive: 99.59%, JFL: 81.19%); Mohali (Proactive: 99.98%, JFL: 91.28%); Nagpur (Proactive: 66.27%, JFL: 47.36%).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1 September 2026 – 30 September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1 September 2026 – 30 September 2026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92.65%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1 September 2026 – 30 September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92.65%, marginally below the 99.9%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250 incidents were recorded, with Greater Noida contributing the highest volume (98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achieved the strongest health score while Guwahati reported the lowest at 9.94.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359907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49.2% (123)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Software Bugs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175564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 (60)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790042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 (27)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 (PM) or Planned Upgrade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585216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8.0% (20)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85.1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92.65%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7619284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5594574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72.0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772577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5096363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65.6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5393268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69.4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3982578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83.6%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444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371 devices (83.6%)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73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250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contributed the highest incident volume with 98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240 incidents (96.0%)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Software Bugs: Deploy firmware updates. Enforce change management for configuration changes.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Investigate and mitigate Client Side Activity failures.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91540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84048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53212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22376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22376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9" name="Shape 86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100" name="Shape 97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5" name="Shape 112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99.9%  ·  1 September 2026 – 30 September 2026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92.65%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99.24%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55.26%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98.92%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11.55%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99.59%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81.19%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91.28%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26.32%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66.27%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47.36%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86.25% against a 99.9%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92.65%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PRO/INC/64100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PRO/INC/60765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PRO/INC/61244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JFL-GNSC-TP-AC-SW-01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PRO/INC/61942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250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96.0% — 240 tickets resolved, 10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99.24%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72.0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55.26%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69.4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91.28%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26.32%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81.19%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51.2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47.36%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11.55%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reported the lowest health score of 9.94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51.2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Firmware or Software Bugs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69.4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Planned Upgrade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Preventive Maintenance (PM) or Planned Upgrade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72.0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Firmware or Software Bugs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99.24%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96.06%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98.03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96.1%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98.03 indicates strong operational stability.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total incidents logged; primary driver: Device Power Issues.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99.24% — below SLA target of 99.9%.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(49 switches, 78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99.24% | Proactive Switch Uptime: 100.00%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[Configuration Errors].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99.24%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Q2ZP-AP5E-Z83L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Q2ZP-D2D2-VFQK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Q2ZP-D47G-NGKY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Q2QW-EXJY-SE64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Q2QW-CTFE-E2WF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Q2QW-CTFW-5KJ6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Configuration Errors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BANGALORE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PRO/INC/62741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PRO/INC/62978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Z1-SIDE PLANT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Z1-SIDE PLANT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PRO/INC/63094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PRO/INC/63975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GF-AP45-R03-SW03-30P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Unknown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65.11%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55.26%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71.98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 total incidents logged; primary driver: Client Side Activity.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65.11%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55.3%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71.98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122 active devices (42 switches, 72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65.11% | Proactive Switch Uptime: 99.86%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[Client Side Activity] | APs [Firmware or Software Bugs].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65.11%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JFL-GNMC-1F-LB-AC-SW-01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FCW2110B28C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FOC2113V20F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JFL-GNMC-3F-AC-ST-01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FOC2113S2MD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Client Side Activity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Firmware or Software Bugs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PRO/INC/60765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PRO/INC/61244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JFL-GNSC-TP-AC-SW-01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PRO/INC/61942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11.55%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9.94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total incidents logged; primary driver: Device Power Issues.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11.55% — below SLA target of 99.9%.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9.94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11.55% | Proactive Switch Uptime: 98.92%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11.55%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98.44%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PRO/INC/63345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PRO/INC/63367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81.19%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18.75%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65.57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81.19%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18.8%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65.57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81.19% | Proactive Switch Uptime: 99.59%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81.19%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HYDERABAD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PRO/INC/62988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JFL-HYD-CORE-2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PRO/INC/62989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JFL-HYD-CORE-1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PRO/INC/63053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91.28%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26.32%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69.39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total incidents logged; primary driver: Configuration Errors.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91.28%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26.3%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69.39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(4 switches, 15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91.28% | Proactive Switch Uptime: 99.98%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[Configuration Errors] | APs [Preventive Maintenance (PM) or Planned Upgrade].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91.28%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 ROOM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Q3LP-2PSJ-6DLB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WAREHOUSE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Q3LM-TGAF-Q97P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Configuration Errors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Preventive Maintenance (PM) or Planned Upgrade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(61.9%).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Mumbai-DC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operates 8 active devices (4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MUMBAI-DC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Mumbai-DC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Mumbai-DC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47.36%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51.24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total incidents logged; primary driver: Third Party Device issue.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47.36%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51.24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47.36% | Proactive Switch Uptime: 66.27%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[Third Party Device issue] | APs [Firmware or Software Bugs].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47.36%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32.39%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32.71%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Third Party Device issue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Firmware or Software Bugs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PRO/INC/62979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PRO/INC/63507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JFL-NAG-SSC-AP02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PRO/INC/63839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82 active devices (40 switches, 36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FVH2903LAA9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FOC2710Y261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FOC2714Z681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FOC2716YN3W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FOC2716YLLY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FOC2716YLM7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FOC2714Z5B8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NOIDA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Noida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Noida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9.94). Conduct on-site audit and deploy rapid response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51.24). Conduct on-site audit and deploy rapid response team.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3113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Hyderabad (Score: 65.57). Conduct on-site audit and deploy rapid response team.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Client Side Activity failures.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Preventive Maintenance (PM) or Planned Upgrade failures.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Guwahati (Score: 9.94)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Nagpur (Score: 51.24)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Hyderabad (Score: 65.57)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(123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"Firmware or Software Bugs" (60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"Client Side Activity" (27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Boundary wall and Security block Splicing Work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1 September 2026 – 30 September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3 October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2026-10-03T14:15:22Z</dcterms:created>
  <dcterms:modified xsi:type="dcterms:W3CDTF">2026-10-03T14:15:22Z</dcterms:modified>
</cp:coreProperties>
</file>