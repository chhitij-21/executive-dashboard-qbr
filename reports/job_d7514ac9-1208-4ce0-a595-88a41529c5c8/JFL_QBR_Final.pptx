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86" r:id="rId6"/>
    <p:sldId id="28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rgbClr val="C046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rgbClr val="E2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cat>
            <c:strRef>
              <c:f>Sheet1!$A$2:$A$4</c:f>
              <c:strCache>
                <c:ptCount val="3"/>
                <c:pt idx="0">
                  <c:v>Device Power Issues</c:v>
                </c:pt>
                <c:pt idx="1">
                  <c:v>ISP Issue</c:v>
                </c:pt>
                <c:pt idx="2">
                  <c:v>Client Side Activity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80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BC3F7-65C8-4FB7-AACA-8C88C935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B15F4-506F-E795-F3DE-0B0C35BE8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AC2F2-2544-0CBE-9F05-B3DD5B570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66583-6605-655A-8A6D-EB2261D22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5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F2D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098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78240" y="4206240"/>
            <a:ext cx="2926080" cy="2926080"/>
          </a:xfrm>
          <a:prstGeom prst="ellipse">
            <a:avLst/>
          </a:prstGeom>
          <a:solidFill>
            <a:srgbClr val="0EAE9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assets/proactive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004"/>
            <a:ext cx="4327854" cy="6793992"/>
          </a:xfrm>
          <a:prstGeom prst="rect">
            <a:avLst/>
          </a:prstGeom>
        </p:spPr>
      </p:pic>
      <p:pic>
        <p:nvPicPr>
          <p:cNvPr id="7" name="Image 1" descr="assets/cisc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260" y="182880"/>
            <a:ext cx="123444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798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269748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Network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Review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502920" y="4846320"/>
            <a:ext cx="457200" cy="32004"/>
          </a:xfrm>
          <a:prstGeom prst="rect">
            <a:avLst/>
          </a:prstGeom>
          <a:solidFill>
            <a:srgbClr val="009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0292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FY2026 (7 Apr – 6 Jul 2026)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5303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Proactive Data Systems  ·  Presented to JFL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669667"/>
              </p:ext>
            </p:extLst>
          </p:nvPr>
        </p:nvGraphicFramePr>
        <p:xfrm>
          <a:off x="502920" y="1417320"/>
          <a:ext cx="10977880" cy="4211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53469525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8744">
                  <a:extLst>
                    <a:ext uri="{9D8B030D-6E8A-4147-A177-3AD203B41FA5}">
                      <a16:colId xmlns:a16="http://schemas.microsoft.com/office/drawing/2014/main" val="167844973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 of devices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Switch Uptime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 Incidents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Primary RCA Driver (Switches)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Primary RCA Driver (AP)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BANGALORE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182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99.09%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25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GUWAHATI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99.05%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GREATER NOIDA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119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99.19%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57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NOIDA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82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MUMBAI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HYDERABAD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16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None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MOHALI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19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98.35%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NAGPUR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98.23%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Third Party Device issue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  <a:p>
                      <a:pPr marL="0" indent="0" algn="ctr"/>
                      <a:r>
                        <a:rPr lang="en-US" sz="11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8064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review consolidates SLA performance, rack and switch uptime, and access-point incident RCA for all eight monitored JFL sites for the period 7 April 2026 – 6 July 2026.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Site Name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098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assets/cisc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86000"/>
            <a:ext cx="2286000" cy="8412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1440" y="3632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Data Systems   ·   www.proactive.co.in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Mumbai-DC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230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 Mathuria</cp:lastModifiedBy>
  <cp:revision>4</cp:revision>
  <dcterms:created xsi:type="dcterms:W3CDTF">2026-07-16T06:49:37Z</dcterms:created>
  <dcterms:modified xsi:type="dcterms:W3CDTF">2026-07-21T09:05:57Z</dcterms:modified>
</cp:coreProperties>
</file>