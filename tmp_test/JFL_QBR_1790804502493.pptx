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</c:v>
                </c:pt>
                <c:pt idx="1">
                  <c:v>185</c:v>
                </c:pt>
                <c:pt idx="2">
                  <c:v>15</c:v>
                </c:pt>
                <c:pt idx="3">
                  <c:v>0</c:v>
                </c:pt>
                <c:pt idx="4">
                  <c:v>45</c:v>
                </c:pt>
                <c:pt idx="5">
                  <c:v>0</c:v>
                </c:pt>
                <c:pt idx="6">
                  <c:v>42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357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94.01</c:v>
                </c:pt>
                <c:pt idx="1">
                  <c:v>5.989999999999995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7 April 2026 – 6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98.59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 / 25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 / 56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 / 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(68.88% BREACH), Guwahati (97.76% BREACH), Bangalore (98.59%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(191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Mohali (2.21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Nagpur (Proactive: 99.88%, JFL: 68.88%).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7 April 2026 – 6 July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User Selected Period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98.21%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94.01%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User Selected Period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98.21%,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357 incidents were recorded, with Greater Noida contributing the highest volume (185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Nagpur reported the lowest at 60.51.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91363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 (191)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(109)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4535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(22)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6334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98.21%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94.01%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6865361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77877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519507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482666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70307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60.5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006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26517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inventory devices registered in this reporting period.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434 devices across 8 sites.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434 devices (100.0%) are production-active and subject to SLA accountability.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357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185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355 incidents (99.4%)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53.5%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4048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6070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User Selected Period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94.01%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98.21%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94.01%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98.21%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357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99.4% — 355 tickets resolved, 2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reported the lowest health score of 60.51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Client Side Activity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98.59%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88.33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98.59%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72.0%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88.33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(60 switches, 122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98.59% | Proactive Switch Uptime: 99.81%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98.59%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Q2DW-EM6A-8GPL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92.14%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Q2DW-FPMF-3AL6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Q2EW-3S9C-VJRW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Q2EW-68N6-HTZ7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Q2EW-78HY-BNUV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Q2MW-CC67-WVEU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41.59%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74.35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99.02%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41.6%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74.35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113 active devices (38 switches, 75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99.02% | Proactive Switch Uptime: 99.84%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FJC290222SV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FJC29021TTW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FJC29021TPQ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PRO/INC/44555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PRO/INC/45327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(43.2%).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66.84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97.76%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66.84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97.76% | Proactive Switch Uptime: 99.98%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62.10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98.66%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62.10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(2 switches, 17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98.66% | Proactive Switch Uptime: 99.32%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PRO/INC/45099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operates 8 active devices (8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FCW2302L13B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FCW2302G0TL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FCW2302D0ZJ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FCW2302AHDZ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FCW2302DHGQ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FOC2302U0WY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68.88%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60.51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68.88%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60.51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68.88% | Proactive Switch Uptime: 99.88%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[Client Side Activity].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68.88%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Client Side Activity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PRO/INC/44676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PRO/INC/44824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PRO/INC/45528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PRO/INC/46268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PRO/INC/46310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(35.7%).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99.97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81 active devices (41 switches, 40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FOC2647Y151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FOC2646YCRH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FOC2704Y1N8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FOC2704Y3AY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FOC2708YFGS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60.51).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62.10).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66.84).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60.51)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62.10)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66.84)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(191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(109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(22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Q2MW-DT66-3HKL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to Enable VLan 9 - GF-ETP-SW1-Port 45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Q2QW-CAJU-QVKD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Q2QW-CTCG-QKDE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Q2QW-CTMF-ZXMF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Q3AC-JN66-PSGV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Q2QW-ARKH-HCRT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User Selected Period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1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2026-09-30T21:41:42Z</dcterms:created>
  <dcterms:modified xsi:type="dcterms:W3CDTF">2026-09-30T21:41:42Z</dcterms:modified>
</cp:coreProperties>
</file>