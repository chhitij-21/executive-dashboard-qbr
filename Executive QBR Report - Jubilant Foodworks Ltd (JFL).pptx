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</c:v>
                </c:pt>
                <c:pt idx="1">
                  <c:v>54</c:v>
                </c:pt>
                <c:pt idx="2">
                  <c:v>1</c:v>
                </c:pt>
                <c:pt idx="3">
                  <c:v>7</c:v>
                </c:pt>
                <c:pt idx="4">
                  <c:v>5</c:v>
                </c:pt>
                <c:pt idx="5">
                  <c:v>0</c:v>
                </c:pt>
                <c:pt idx="6">
                  <c:v>9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0.001</c:v>
                </c:pt>
                <c:pt idx="2">
                  <c:v>86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95.16</c:v>
                </c:pt>
                <c:pt idx="1">
                  <c:v>4.840000000000003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August 2026 – 31 August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6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/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95.96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94.95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 / 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/ 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/ 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82.83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Guwahati (100.00%), Hyderabad (100.00%), Mohali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Nagpur (82.83% BREACH), Greater Noida (94.95% BREACH), Noida (99.41%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(55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Hyderabad (0.44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(12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Nagpur (Proactive: 99.90%, JFL: 82.83%).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 August 2026 – 31 August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 August 2026 – 31 August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96.87%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86.83%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95.16%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 August 2026 – 31 August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96.87%,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86 incidents were recorded, with Greater Noida contributing the highest volume (54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achieved the strongest health score while Hyderabad reported the lowest at 84.13.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468172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64.0% (55)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1104595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 (13)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592531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 (7)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512064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7.0% (6)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96.87%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86.83%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95.16%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595967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6595659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715060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653892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6899559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7141281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17216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83.8%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444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372 devices (83.8%)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72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86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54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73 incidents (84.9%)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64.0%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Hold: Investigate and mitigate On Hold failures.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Boot Issues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22376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91540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91540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0" name="Shape 87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840480" y="487375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3" name="Shape 100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5" name="Shape 102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 August 2026 – 31 August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95.16%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96.87%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86.83%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95.96%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94.95%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75.44%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62.50%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73.68%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82.83%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95.16%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96.87%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PRO/INC/57045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PRO/INC/57252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PRO/INC/60680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86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84.9% — 73 tickets resolved, 13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82.83%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73.68%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94.95%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75.44%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62.50%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reported the lowest health score of 84.13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Power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Client Side Activity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Boot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sites are currently in high-risk condition — commendable network stability.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97.73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99.75%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94.5%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97.73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(50 switches, 78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99.75% | Proactive Switch Uptime: 99.99%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[New Configuration].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Q2ZP-AP5E-Z83L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Q2ZP-D2D2-VFQK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Q2ZP-D47G-NGKY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Q2QW-EXJY-SE64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Q2QW-CTFE-E2WF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Q2QW-CTFW-5KJ6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New Configuration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1F-R5-SW3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PRO/INC/60909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PRO/INC/60913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PRO/INC/61239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1F-AP26-R5-SW02-34P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PRO/INC/61277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94.95%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75.44%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84.86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 total incidents logged; primary driver: New Configuration.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94.95%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75.4%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84.86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122 active devices (42 switches, 72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94.95% | Proactive Switch Uptime: 95.96%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[New Configuration]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94.95%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JFL-GNMC-1F-LB-AC-SW-01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FCW2110B28C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FOC2113V20F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JFL-GNMC-3F-AC-ST-01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FOC2113S2MD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New Configuration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PRO/INC/57045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PRO/INC/57252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PRO/INC/60497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JFL-GNSC-AP23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JFL-GNSC-AP19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JFL-GNSC-AP18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On Hold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92.00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92.00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total incidents logged; primary driver: Device Boot Issues.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80.0% of devices are incident-free — investigate recurring failures.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Boot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99.99% — within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Boot Issues]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Boot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PRO/INC/62009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62.50%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84.13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total incidents logged; primary driver: Stable Operations (No Incidents).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62.5%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84.13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Stable Operations (No Incidents)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HYDERABAD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PRO/INC/62251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PRO/INC/62330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PRO/INC/62331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PRO/INC/62333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73.68%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88.77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total incidents logged; primary driver: Stable Operations (No Incidents).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73.7%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88.77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Stable Operations (No Incidents)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(4 switches, 15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ROOM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Q3LM-TGAF-Q97P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PRO/INC/60773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PRO/INC/60891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PRO/INC/60892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PRO/INC/61478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Mumbai-DC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operates 8 active devices (4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MUMBAI-DC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Mumbai-DC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Mumbai-DC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82.83%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91.88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91.88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total incidents logged; primary driver: Client Side Activity.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82.83%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Client Side Activity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82.83% | Proactive Switch Uptime: 99.90%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82.83%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PRO/INC/60680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PRO/INC/60847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PRO/INC/60911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PRO/INC/61513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PRO/INC/61525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PRO/INC/61771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PRO/INC/61887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(55.6%).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99.41%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98.68%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99.29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98.7%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99.29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total incidents logged; primary driver: Stable Operations (No Incidents).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99.41%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Stable Operations (No Incidents)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82 active devices (40 switches, 36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99.41% | Proactive Switch Uptime: 99.41%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99.41%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FVH2903LAA9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FOC2710Y261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FOC2714Z681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FOC2716YN3W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FOC2716YLM7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FOC2714Z5B8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NOIDA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PRO/INC/62140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JFL-ISE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(100.0%).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Hyderabad (Score: 84.13).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Greater Noida (Score: 84.86).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88.77).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On Hold failures.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Hyderabad (Score: 84.13)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Greater Noida (Score: 84.86)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Mohali (Score: 88.77)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(55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"On Hold" (13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"New Configuration" (7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Authentication issue as AD disjoined--------WMP271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WMP27030033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Cisco ISE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JFL-ISE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Hold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 August 2026 – 31 August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6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2026-10-06T10:04:03Z</dcterms:created>
  <dcterms:modified xsi:type="dcterms:W3CDTF">2026-10-06T10:04:03Z</dcterms:modified>
</cp:coreProperties>
</file>