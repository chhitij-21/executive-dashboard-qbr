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2"/>
    <p:sldId id="257" r:id="rId3"/>
    <p:sldId id="258" r:id="rId4"/>
    <p:sldId id="287" r:id="rId5"/>
    <p:sldId id="288" r:id="rId6"/>
    <p:sldId id="289" r:id="rId7"/>
    <p:sldId id="290" r:id="rId8"/>
    <p:sldId id="291" r:id="rId9"/>
    <p:sldId id="311" r:id="rId10"/>
    <p:sldId id="312" r:id="rId11"/>
    <p:sldId id="259" r:id="rId12"/>
    <p:sldId id="294" r:id="rId13"/>
    <p:sldId id="313" r:id="rId14"/>
    <p:sldId id="295" r:id="rId15"/>
    <p:sldId id="297" r:id="rId16"/>
    <p:sldId id="298" r:id="rId17"/>
    <p:sldId id="299" r:id="rId18"/>
    <p:sldId id="300" r:id="rId19"/>
    <p:sldId id="301" r:id="rId20"/>
    <p:sldId id="286" r:id="rId21"/>
    <p:sldId id="314" r:id="rId22"/>
    <p:sldId id="302" r:id="rId23"/>
    <p:sldId id="315" r:id="rId24"/>
    <p:sldId id="303" r:id="rId25"/>
    <p:sldId id="304" r:id="rId26"/>
    <p:sldId id="316" r:id="rId27"/>
    <p:sldId id="306" r:id="rId28"/>
    <p:sldId id="307" r:id="rId29"/>
    <p:sldId id="308" r:id="rId30"/>
    <p:sldId id="310" r:id="rId31"/>
    <p:sldId id="317" r:id="rId32"/>
    <p:sldId id="318" r:id="rId33"/>
    <p:sldId id="285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E9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15ADEF-4852-45DE-B596-CD7185FD0E57}" v="2" dt="2026-08-03T03:05:28.5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dhata Sharma" userId="62d21f9f-4943-496e-ae03-54565c9287aa" providerId="ADAL" clId="{24FB7DE7-5262-48C9-B77C-3760A57B1DD6}"/>
    <pc:docChg chg="modSld">
      <pc:chgData name="Vidhata Sharma" userId="62d21f9f-4943-496e-ae03-54565c9287aa" providerId="ADAL" clId="{24FB7DE7-5262-48C9-B77C-3760A57B1DD6}" dt="2026-08-03T09:39:53.801" v="36" actId="20577"/>
      <pc:docMkLst>
        <pc:docMk/>
      </pc:docMkLst>
      <pc:sldChg chg="modSp mod">
        <pc:chgData name="Vidhata Sharma" userId="62d21f9f-4943-496e-ae03-54565c9287aa" providerId="ADAL" clId="{24FB7DE7-5262-48C9-B77C-3760A57B1DD6}" dt="2026-08-03T03:00:56.273" v="1" actId="20577"/>
        <pc:sldMkLst>
          <pc:docMk/>
          <pc:sldMk cId="0" sldId="256"/>
        </pc:sldMkLst>
        <pc:spChg chg="mod">
          <ac:chgData name="Vidhata Sharma" userId="62d21f9f-4943-496e-ae03-54565c9287aa" providerId="ADAL" clId="{24FB7DE7-5262-48C9-B77C-3760A57B1DD6}" dt="2026-08-03T03:00:56.273" v="1" actId="20577"/>
          <ac:spMkLst>
            <pc:docMk/>
            <pc:sldMk cId="0" sldId="256"/>
            <ac:spMk id="12" creationId="{00000000-0000-0000-0000-000000000000}"/>
          </ac:spMkLst>
        </pc:spChg>
      </pc:sldChg>
      <pc:sldChg chg="modSp mod">
        <pc:chgData name="Vidhata Sharma" userId="62d21f9f-4943-496e-ae03-54565c9287aa" providerId="ADAL" clId="{24FB7DE7-5262-48C9-B77C-3760A57B1DD6}" dt="2026-08-03T09:39:53.801" v="36" actId="20577"/>
        <pc:sldMkLst>
          <pc:docMk/>
          <pc:sldMk cId="0" sldId="257"/>
        </pc:sldMkLst>
        <pc:spChg chg="mod">
          <ac:chgData name="Vidhata Sharma" userId="62d21f9f-4943-496e-ae03-54565c9287aa" providerId="ADAL" clId="{24FB7DE7-5262-48C9-B77C-3760A57B1DD6}" dt="2026-08-03T09:39:53.801" v="36" actId="20577"/>
          <ac:spMkLst>
            <pc:docMk/>
            <pc:sldMk cId="0" sldId="257"/>
            <ac:spMk id="6" creationId="{00000000-0000-0000-0000-000000000000}"/>
          </ac:spMkLst>
        </pc:spChg>
      </pc:sldChg>
      <pc:sldChg chg="modSp mod">
        <pc:chgData name="Vidhata Sharma" userId="62d21f9f-4943-496e-ae03-54565c9287aa" providerId="ADAL" clId="{24FB7DE7-5262-48C9-B77C-3760A57B1DD6}" dt="2026-08-03T03:04:35.789" v="13" actId="20577"/>
        <pc:sldMkLst>
          <pc:docMk/>
          <pc:sldMk cId="0" sldId="259"/>
        </pc:sldMkLst>
        <pc:spChg chg="mod">
          <ac:chgData name="Vidhata Sharma" userId="62d21f9f-4943-496e-ae03-54565c9287aa" providerId="ADAL" clId="{24FB7DE7-5262-48C9-B77C-3760A57B1DD6}" dt="2026-08-03T03:04:35.789" v="13" actId="20577"/>
          <ac:spMkLst>
            <pc:docMk/>
            <pc:sldMk cId="0" sldId="259"/>
            <ac:spMk id="23" creationId="{6129C672-F86E-DBB2-5D7E-BCBC93B532A8}"/>
          </ac:spMkLst>
        </pc:spChg>
      </pc:sldChg>
      <pc:sldChg chg="modSp mod">
        <pc:chgData name="Vidhata Sharma" userId="62d21f9f-4943-496e-ae03-54565c9287aa" providerId="ADAL" clId="{24FB7DE7-5262-48C9-B77C-3760A57B1DD6}" dt="2026-08-03T03:01:20.322" v="3" actId="255"/>
        <pc:sldMkLst>
          <pc:docMk/>
          <pc:sldMk cId="116013395" sldId="287"/>
        </pc:sldMkLst>
        <pc:graphicFrameChg chg="modGraphic">
          <ac:chgData name="Vidhata Sharma" userId="62d21f9f-4943-496e-ae03-54565c9287aa" providerId="ADAL" clId="{24FB7DE7-5262-48C9-B77C-3760A57B1DD6}" dt="2026-08-03T03:01:20.322" v="3" actId="255"/>
          <ac:graphicFrameMkLst>
            <pc:docMk/>
            <pc:sldMk cId="116013395" sldId="287"/>
            <ac:graphicFrameMk id="12" creationId="{0C6EFA00-8048-4B98-191B-8844E55FDA89}"/>
          </ac:graphicFrameMkLst>
        </pc:graphicFrameChg>
      </pc:sldChg>
      <pc:sldChg chg="modSp mod">
        <pc:chgData name="Vidhata Sharma" userId="62d21f9f-4943-496e-ae03-54565c9287aa" providerId="ADAL" clId="{24FB7DE7-5262-48C9-B77C-3760A57B1DD6}" dt="2026-08-03T09:27:46.148" v="34" actId="113"/>
        <pc:sldMkLst>
          <pc:docMk/>
          <pc:sldMk cId="1799194295" sldId="295"/>
        </pc:sldMkLst>
        <pc:spChg chg="mod">
          <ac:chgData name="Vidhata Sharma" userId="62d21f9f-4943-496e-ae03-54565c9287aa" providerId="ADAL" clId="{24FB7DE7-5262-48C9-B77C-3760A57B1DD6}" dt="2026-08-03T09:27:46.148" v="34" actId="113"/>
          <ac:spMkLst>
            <pc:docMk/>
            <pc:sldMk cId="1799194295" sldId="295"/>
            <ac:spMk id="23" creationId="{B2A27A53-F07C-7254-E05B-C6319B1669F1}"/>
          </ac:spMkLst>
        </pc:spChg>
      </pc:sldChg>
      <pc:sldChg chg="modSp mod">
        <pc:chgData name="Vidhata Sharma" userId="62d21f9f-4943-496e-ae03-54565c9287aa" providerId="ADAL" clId="{24FB7DE7-5262-48C9-B77C-3760A57B1DD6}" dt="2026-08-03T03:05:05.681" v="19" actId="20577"/>
        <pc:sldMkLst>
          <pc:docMk/>
          <pc:sldMk cId="2781279623" sldId="298"/>
        </pc:sldMkLst>
        <pc:spChg chg="mod">
          <ac:chgData name="Vidhata Sharma" userId="62d21f9f-4943-496e-ae03-54565c9287aa" providerId="ADAL" clId="{24FB7DE7-5262-48C9-B77C-3760A57B1DD6}" dt="2026-08-03T03:05:05.681" v="19" actId="20577"/>
          <ac:spMkLst>
            <pc:docMk/>
            <pc:sldMk cId="2781279623" sldId="298"/>
            <ac:spMk id="23" creationId="{8944C917-3106-115F-4AB5-958C48D7CEC3}"/>
          </ac:spMkLst>
        </pc:spChg>
      </pc:sldChg>
      <pc:sldChg chg="modSp mod">
        <pc:chgData name="Vidhata Sharma" userId="62d21f9f-4943-496e-ae03-54565c9287aa" providerId="ADAL" clId="{24FB7DE7-5262-48C9-B77C-3760A57B1DD6}" dt="2026-08-03T03:04:55.579" v="17" actId="113"/>
        <pc:sldMkLst>
          <pc:docMk/>
          <pc:sldMk cId="3369774383" sldId="299"/>
        </pc:sldMkLst>
        <pc:spChg chg="mod">
          <ac:chgData name="Vidhata Sharma" userId="62d21f9f-4943-496e-ae03-54565c9287aa" providerId="ADAL" clId="{24FB7DE7-5262-48C9-B77C-3760A57B1DD6}" dt="2026-08-03T03:04:55.579" v="17" actId="113"/>
          <ac:spMkLst>
            <pc:docMk/>
            <pc:sldMk cId="3369774383" sldId="299"/>
            <ac:spMk id="23" creationId="{D6A7B6FE-D9BD-4F6B-F799-44B25222B49E}"/>
          </ac:spMkLst>
        </pc:spChg>
      </pc:sldChg>
      <pc:sldChg chg="modSp mod">
        <pc:chgData name="Vidhata Sharma" userId="62d21f9f-4943-496e-ae03-54565c9287aa" providerId="ADAL" clId="{24FB7DE7-5262-48C9-B77C-3760A57B1DD6}" dt="2026-08-03T03:05:15.824" v="21" actId="20577"/>
        <pc:sldMkLst>
          <pc:docMk/>
          <pc:sldMk cId="1356686097" sldId="300"/>
        </pc:sldMkLst>
        <pc:spChg chg="mod">
          <ac:chgData name="Vidhata Sharma" userId="62d21f9f-4943-496e-ae03-54565c9287aa" providerId="ADAL" clId="{24FB7DE7-5262-48C9-B77C-3760A57B1DD6}" dt="2026-08-03T03:05:15.824" v="21" actId="20577"/>
          <ac:spMkLst>
            <pc:docMk/>
            <pc:sldMk cId="1356686097" sldId="300"/>
            <ac:spMk id="23" creationId="{DE846C28-BA84-BCFD-FB2A-83E94C853423}"/>
          </ac:spMkLst>
        </pc:spChg>
      </pc:sldChg>
      <pc:sldChg chg="modSp mod">
        <pc:chgData name="Vidhata Sharma" userId="62d21f9f-4943-496e-ae03-54565c9287aa" providerId="ADAL" clId="{24FB7DE7-5262-48C9-B77C-3760A57B1DD6}" dt="2026-08-03T03:05:30.738" v="27" actId="20577"/>
        <pc:sldMkLst>
          <pc:docMk/>
          <pc:sldMk cId="1193365592" sldId="301"/>
        </pc:sldMkLst>
        <pc:spChg chg="mod">
          <ac:chgData name="Vidhata Sharma" userId="62d21f9f-4943-496e-ae03-54565c9287aa" providerId="ADAL" clId="{24FB7DE7-5262-48C9-B77C-3760A57B1DD6}" dt="2026-08-03T03:05:30.738" v="27" actId="20577"/>
          <ac:spMkLst>
            <pc:docMk/>
            <pc:sldMk cId="1193365592" sldId="301"/>
            <ac:spMk id="23" creationId="{0675BC8F-BC27-708C-602C-6C2B3357D859}"/>
          </ac:spMkLst>
        </pc:spChg>
      </pc:sldChg>
    </pc:docChg>
  </pc:docChgLst>
  <pc:docChgLst>
    <pc:chgData name="Rup Kamal Das" userId="2f7b309e-529a-446f-886f-13b0fb2f7509" providerId="ADAL" clId="{9B3A11DB-1CF6-4C65-88FC-09811D093B00}"/>
    <pc:docChg chg="modSld">
      <pc:chgData name="Rup Kamal Das" userId="2f7b309e-529a-446f-886f-13b0fb2f7509" providerId="ADAL" clId="{9B3A11DB-1CF6-4C65-88FC-09811D093B00}" dt="2026-07-27T12:07:40.673" v="140" actId="207"/>
      <pc:docMkLst>
        <pc:docMk/>
      </pc:docMkLst>
      <pc:sldChg chg="modSp mod">
        <pc:chgData name="Rup Kamal Das" userId="2f7b309e-529a-446f-886f-13b0fb2f7509" providerId="ADAL" clId="{9B3A11DB-1CF6-4C65-88FC-09811D093B00}" dt="2026-07-25T14:26:43.990" v="3" actId="20577"/>
        <pc:sldMkLst>
          <pc:docMk/>
          <pc:sldMk cId="0" sldId="256"/>
        </pc:sldMkLst>
        <pc:spChg chg="mod">
          <ac:chgData name="Rup Kamal Das" userId="2f7b309e-529a-446f-886f-13b0fb2f7509" providerId="ADAL" clId="{9B3A11DB-1CF6-4C65-88FC-09811D093B00}" dt="2026-07-25T14:26:43.990" v="3" actId="20577"/>
          <ac:spMkLst>
            <pc:docMk/>
            <pc:sldMk cId="0" sldId="256"/>
            <ac:spMk id="12" creationId="{00000000-0000-0000-0000-000000000000}"/>
          </ac:spMkLst>
        </pc:spChg>
      </pc:sldChg>
      <pc:sldChg chg="modSp mod">
        <pc:chgData name="Rup Kamal Das" userId="2f7b309e-529a-446f-886f-13b0fb2f7509" providerId="ADAL" clId="{9B3A11DB-1CF6-4C65-88FC-09811D093B00}" dt="2026-07-27T09:58:25.256" v="29"/>
        <pc:sldMkLst>
          <pc:docMk/>
          <pc:sldMk cId="0" sldId="257"/>
        </pc:sldMkLst>
      </pc:sldChg>
      <pc:sldChg chg="modSp mod">
        <pc:chgData name="Rup Kamal Das" userId="2f7b309e-529a-446f-886f-13b0fb2f7509" providerId="ADAL" clId="{9B3A11DB-1CF6-4C65-88FC-09811D093B00}" dt="2026-07-27T11:48:06.671" v="98" actId="27918"/>
        <pc:sldMkLst>
          <pc:docMk/>
          <pc:sldMk cId="0" sldId="258"/>
        </pc:sldMkLst>
      </pc:sldChg>
      <pc:sldChg chg="mod">
        <pc:chgData name="Rup Kamal Das" userId="2f7b309e-529a-446f-886f-13b0fb2f7509" providerId="ADAL" clId="{9B3A11DB-1CF6-4C65-88FC-09811D093B00}" dt="2026-07-27T12:05:12.318" v="126" actId="27918"/>
        <pc:sldMkLst>
          <pc:docMk/>
          <pc:sldMk cId="4167875560" sldId="288"/>
        </pc:sldMkLst>
      </pc:sldChg>
      <pc:sldChg chg="modSp mod">
        <pc:chgData name="Rup Kamal Das" userId="2f7b309e-529a-446f-886f-13b0fb2f7509" providerId="ADAL" clId="{9B3A11DB-1CF6-4C65-88FC-09811D093B00}" dt="2026-07-27T12:07:40.673" v="140" actId="207"/>
        <pc:sldMkLst>
          <pc:docMk/>
          <pc:sldMk cId="3934562795" sldId="290"/>
        </pc:sldMkLst>
        <pc:graphicFrameChg chg="mod">
          <ac:chgData name="Rup Kamal Das" userId="2f7b309e-529a-446f-886f-13b0fb2f7509" providerId="ADAL" clId="{9B3A11DB-1CF6-4C65-88FC-09811D093B00}" dt="2026-07-27T12:07:40.673" v="140" actId="207"/>
          <ac:graphicFrameMkLst>
            <pc:docMk/>
            <pc:sldMk cId="3934562795" sldId="290"/>
            <ac:graphicFrameMk id="6" creationId="{30DAF902-039E-27F7-17E1-FD6F656082F3}"/>
          </ac:graphicFrameMkLst>
        </pc:graphicFrameChg>
      </pc:sldChg>
      <pc:sldChg chg="modSp mod">
        <pc:chgData name="Rup Kamal Das" userId="2f7b309e-529a-446f-886f-13b0fb2f7509" providerId="ADAL" clId="{9B3A11DB-1CF6-4C65-88FC-09811D093B00}" dt="2026-07-27T10:11:34.791" v="94" actId="20577"/>
        <pc:sldMkLst>
          <pc:docMk/>
          <pc:sldMk cId="2174877635" sldId="294"/>
        </pc:sldMkLst>
      </pc:sldChg>
      <pc:sldChg chg="modSp mod">
        <pc:chgData name="Rup Kamal Das" userId="2f7b309e-529a-446f-886f-13b0fb2f7509" providerId="ADAL" clId="{9B3A11DB-1CF6-4C65-88FC-09811D093B00}" dt="2026-07-27T10:08:13.541" v="87" actId="20577"/>
        <pc:sldMkLst>
          <pc:docMk/>
          <pc:sldMk cId="1881420288" sldId="303"/>
        </pc:sldMkLst>
        <pc:spChg chg="mod">
          <ac:chgData name="Rup Kamal Das" userId="2f7b309e-529a-446f-886f-13b0fb2f7509" providerId="ADAL" clId="{9B3A11DB-1CF6-4C65-88FC-09811D093B00}" dt="2026-07-27T10:08:08.950" v="84" actId="20577"/>
          <ac:spMkLst>
            <pc:docMk/>
            <pc:sldMk cId="1881420288" sldId="303"/>
            <ac:spMk id="9" creationId="{E8052508-BEFC-524A-1E1D-B1022B79DA23}"/>
          </ac:spMkLst>
        </pc:spChg>
        <pc:spChg chg="mod">
          <ac:chgData name="Rup Kamal Das" userId="2f7b309e-529a-446f-886f-13b0fb2f7509" providerId="ADAL" clId="{9B3A11DB-1CF6-4C65-88FC-09811D093B00}" dt="2026-07-27T10:08:13.541" v="87" actId="20577"/>
          <ac:spMkLst>
            <pc:docMk/>
            <pc:sldMk cId="1881420288" sldId="303"/>
            <ac:spMk id="12" creationId="{D64B6BD7-44D8-BB66-738A-604C304F2D4E}"/>
          </ac:spMkLst>
        </pc:spChg>
      </pc:sldChg>
      <pc:sldChg chg="modSp mod">
        <pc:chgData name="Rup Kamal Das" userId="2f7b309e-529a-446f-886f-13b0fb2f7509" providerId="ADAL" clId="{9B3A11DB-1CF6-4C65-88FC-09811D093B00}" dt="2026-07-27T11:52:53.906" v="107" actId="20577"/>
        <pc:sldMkLst>
          <pc:docMk/>
          <pc:sldMk cId="4236287066" sldId="307"/>
        </pc:sldMkLst>
        <pc:spChg chg="mod">
          <ac:chgData name="Rup Kamal Das" userId="2f7b309e-529a-446f-886f-13b0fb2f7509" providerId="ADAL" clId="{9B3A11DB-1CF6-4C65-88FC-09811D093B00}" dt="2026-07-27T11:52:50.642" v="105" actId="20577"/>
          <ac:spMkLst>
            <pc:docMk/>
            <pc:sldMk cId="4236287066" sldId="307"/>
            <ac:spMk id="9" creationId="{2C13AA3F-8FB6-139F-6697-64D4104BF3D6}"/>
          </ac:spMkLst>
        </pc:spChg>
        <pc:spChg chg="mod">
          <ac:chgData name="Rup Kamal Das" userId="2f7b309e-529a-446f-886f-13b0fb2f7509" providerId="ADAL" clId="{9B3A11DB-1CF6-4C65-88FC-09811D093B00}" dt="2026-07-27T11:52:53.906" v="107" actId="20577"/>
          <ac:spMkLst>
            <pc:docMk/>
            <pc:sldMk cId="4236287066" sldId="307"/>
            <ac:spMk id="12" creationId="{B3C3B414-AAF6-56E0-209E-8D540316088A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98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AA7-4168-A00E-7F34F16E58CD}"/>
              </c:ext>
            </c:extLst>
          </c:dPt>
          <c:dPt>
            <c:idx val="1"/>
            <c:bubble3D val="0"/>
            <c:spPr>
              <a:solidFill>
                <a:srgbClr val="C046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AA7-4168-A00E-7F34F16E58CD}"/>
              </c:ext>
            </c:extLst>
          </c:dPt>
          <c:dPt>
            <c:idx val="2"/>
            <c:bubble3D val="0"/>
            <c:spPr>
              <a:solidFill>
                <a:srgbClr val="E29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AA7-4168-A00E-7F34F16E58CD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AA7-4168-A00E-7F34F16E58CD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AA7-4168-A00E-7F34F16E58CD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AA7-4168-A00E-7F34F16E58C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Client Side Activity</c:v>
                </c:pt>
                <c:pt idx="1">
                  <c:v>Device Power Issues</c:v>
                </c:pt>
              </c:strCache>
            </c:strRef>
          </c:cat>
          <c:val>
            <c:numRef>
              <c:f>Sheet1!$B$2:$B$3</c:f>
              <c:numCache>
                <c:formatCode>0</c:formatCode>
                <c:ptCount val="2"/>
                <c:pt idx="0">
                  <c:v>1</c:v>
                </c:pt>
                <c:pt idx="1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AA7-4168-A00E-7F34F16E5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98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AA7-4168-A00E-7F34F16E58CD}"/>
              </c:ext>
            </c:extLst>
          </c:dPt>
          <c:dPt>
            <c:idx val="1"/>
            <c:bubble3D val="0"/>
            <c:spPr>
              <a:solidFill>
                <a:srgbClr val="C046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AA7-4168-A00E-7F34F16E58CD}"/>
              </c:ext>
            </c:extLst>
          </c:dPt>
          <c:dPt>
            <c:idx val="2"/>
            <c:bubble3D val="0"/>
            <c:spPr>
              <a:solidFill>
                <a:srgbClr val="E29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AA7-4168-A00E-7F34F16E58CD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Client Side Activity</c:v>
                </c:pt>
                <c:pt idx="1">
                  <c:v>Device Power Issues</c:v>
                </c:pt>
                <c:pt idx="2">
                  <c:v>On Hold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52</c:v>
                </c:pt>
                <c:pt idx="1">
                  <c:v>47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AA7-4168-A00E-7F34F16E5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effectLst/>
          </c:spPr>
          <c:dPt>
            <c:idx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AA7-4168-A00E-7F34F16E58CD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AA7-4168-A00E-7F34F16E58CD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AA7-4168-A00E-7F34F16E58CD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5EE-476C-A828-93833C92C72B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AA7-4168-A00E-7F34F16E58CD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AA7-4168-A00E-7F34F16E58CD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AA7-4168-A00E-7F34F16E58C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1"/>
                <c:pt idx="0">
                  <c:v>Device Power Issues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 formatCode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AA7-4168-A00E-7F34F16E5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1F2937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effectLst/>
          </c:spPr>
          <c:dPt>
            <c:idx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071-45BB-B902-E017B24B0F36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071-45BB-B902-E017B24B0F36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071-45BB-B902-E017B24B0F36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E0F-4DE9-B679-C568FA3787FC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071-45BB-B902-E017B24B0F36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071-45BB-B902-E017B24B0F36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071-45BB-B902-E017B24B0F3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1"/>
                <c:pt idx="0">
                  <c:v>Device Power Issues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 formatCode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071-45BB-B902-E017B24B0F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1F2937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effectLst/>
          </c:spPr>
          <c:dPt>
            <c:idx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AA7-4168-A00E-7F34F16E58CD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AA7-4168-A00E-7F34F16E58CD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AA7-4168-A00E-7F34F16E58CD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AA7-4168-A00E-7F34F16E58CD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AA7-4168-A00E-7F34F16E58CD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AA7-4168-A00E-7F34F16E58C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Client Side Activity</c:v>
                </c:pt>
                <c:pt idx="1">
                  <c:v>Device Power Issues</c:v>
                </c:pt>
                <c:pt idx="2">
                  <c:v>Hardware Component Failures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6</c:v>
                </c:pt>
                <c:pt idx="1">
                  <c:v>12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AA7-4168-A00E-7F34F16E5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1F2937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effectLst/>
          </c:spPr>
          <c:dPt>
            <c:idx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AA7-4168-A00E-7F34F16E58CD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AA7-4168-A00E-7F34F16E58CD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AA7-4168-A00E-7F34F16E58C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6350" cap="flat" cmpd="sng" algn="ctr">
                  <a:solidFill>
                    <a:schemeClr val="tx1"/>
                  </a:solidFill>
                  <a:prstDash val="solid"/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Sheet1!$A$2:$A$2</c:f>
              <c:strCache>
                <c:ptCount val="1"/>
                <c:pt idx="0">
                  <c:v>Client Side Activity</c:v>
                </c:pt>
              </c:strCache>
            </c:strRef>
          </c:cat>
          <c:val>
            <c:numRef>
              <c:f>Sheet1!$B$2:$B$2</c:f>
              <c:numCache>
                <c:formatCode>0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AA7-4168-A00E-7F34F16E58C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1F2937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98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AA7-4168-A00E-7F34F16E58CD}"/>
              </c:ext>
            </c:extLst>
          </c:dPt>
          <c:dPt>
            <c:idx val="1"/>
            <c:bubble3D val="0"/>
            <c:spPr>
              <a:solidFill>
                <a:srgbClr val="C046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AA7-4168-A00E-7F34F16E58CD}"/>
              </c:ext>
            </c:extLst>
          </c:dPt>
          <c:dPt>
            <c:idx val="2"/>
            <c:bubble3D val="0"/>
            <c:spPr>
              <a:solidFill>
                <a:srgbClr val="E29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AA7-4168-A00E-7F34F16E58CD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Sheet1!$A$2:$A$2</c:f>
              <c:strCache>
                <c:ptCount val="1"/>
                <c:pt idx="0">
                  <c:v>Hardware Component Failures</c:v>
                </c:pt>
              </c:strCache>
            </c:strRef>
          </c:cat>
          <c:val>
            <c:numRef>
              <c:f>Sheet1!$B$2:$B$2</c:f>
              <c:numCache>
                <c:formatCode>0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AA7-4168-A00E-7F34F16E58C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AA7C1F-42BA-E423-E58D-FD1DE4CA8CC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01328C-81E2-59D9-53BB-527851A2342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DE307B-2A22-4856-AEAA-E53256C0C857}" type="datetimeFigureOut">
              <a:rPr lang="en-US" smtClean="0"/>
              <a:t>03-Aug-26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90DB66-35C5-5D42-09E9-DF1D4E6A99B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37BE60-42D0-1535-B930-E8EB30FE2C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B36B3F-FB3C-43B3-BDF3-D67B4511B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75127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580136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6E41E-7094-959C-750E-70C190C67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56B48F-A1B0-2532-B9FF-F49BD93FE2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5E6202-01B1-819B-2430-5E8B7BAAC6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3CFB77-4A59-B85A-3174-03EDBEF9F7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089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E44F6-4578-BB0F-238E-68287E29E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052002-4684-6ED8-574A-F1C07CDA8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1368C-6871-C794-AA8F-F835CDEE70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DE5C0-A8E0-A1AA-49D3-FE6929F145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4677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7BE4C-DD23-0754-637E-E3C6D291D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8A670D-364F-E278-DB28-16342957BC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DB042B-7007-63F0-F594-58B18BF1A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8402D-0626-FF27-08CA-01B9902767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083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80AED-F555-DB5E-F441-EE3D84484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0E10B8-A391-A8BE-D8E8-327010DC1E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1647D9-CEF5-2DA2-ADE9-A36C7C85A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16229-AEFD-B316-0260-66BC62D08B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481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5A5EB-FE0C-F355-254C-B90FF1156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22FAA-48DF-CD3F-690B-83486C9900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C93FC3-71AC-0A2D-BA94-EADCB2DB2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29CC4-DB3A-01B8-64AD-8F304A269A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5457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2D0EA-96D0-93E5-669A-D5B62B46F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D8D0EA-448C-8994-F12F-FB7CDDD7A2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123C68-E892-00BF-FC96-010AE012FE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F0AD2-2152-FAAD-58F2-B5E2D1244E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78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8A86E-EC45-12B1-046E-5E7515B46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9CD5C2-C75F-7DAC-8C2F-FD639DD7FD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16F574-017F-FF57-5562-D2541FC81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BBDD3-020B-CF94-C43F-437A1A14A5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647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BA81B-AD6D-ABA8-0233-32A23A051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F76879-016A-A9DB-0A9E-C9349CD09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4D8CE8-4701-5BF6-CF09-FA0088000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687E9-BDBE-B7B1-DBCB-CC93331AEA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9700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C78D3-3D18-9EB1-55EE-139A174A9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A98B69-D9F8-69DB-7BDC-5CF71A0F0D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676BB-15D6-0D5A-D6F4-C9D4169BF3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DA69F-82C8-1B07-F1E4-D33930B7CA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8214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FE97F-F959-2C95-C81D-C368F4A0B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6C5445-6C8D-928D-18F1-9CD27B1036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44A535-02ED-F8A0-D8CF-F07C3EE062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D3E88-C15F-0F50-69F1-FBEC5BF252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1496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10DDA-6A52-D3CF-C03A-C66528731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2270AD-1E3C-48C1-1A5B-68100A5452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2BD0DF-236F-3EF9-39F7-E71790422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761AD-FC21-875C-0420-53564FF546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326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A406A-048A-4FDF-7062-4FD24A3F7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7FD786-4F6C-ED32-472F-54AC882E96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BB803F-E966-C450-E3C5-7119FB82A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72B1F-4CE7-5C87-78E8-02A56B1EAD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226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CC0A0-EB08-8EA0-1156-7A6357057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F7BA7F-C77A-EDA7-DB02-2643CAE73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268FA3-DC10-27EC-1246-34E93B3E7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F7EC3-38D0-B44F-4A2A-B12B15011A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3676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7F18A-11C6-897F-DA93-DAA0ABBA8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ACDD5-5488-14A3-50C7-558201F737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D4EDCA-2EF0-B598-7078-F79C07A3C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E36DA-19BB-FF86-AA7C-65C07D1124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125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8C773-9E11-78FF-412A-93A438B12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EFFD3A-B657-73C0-3F22-77C351E76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3CC45C-A5D4-D09F-E023-8F6D16575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43C61-4F8E-634C-794D-7827B446E7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2249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BC3F7-65C8-4FB7-AACA-8C88C9355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B15F4-506F-E795-F3DE-0B0C35BE8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AC2F2-2544-0CBE-9F05-B3DD5B570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66583-6605-655A-8A6D-EB2261D222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858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FBEF0-2A64-05BE-84ED-4974BCEFE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124AE7-2123-6A26-33E5-D3464571F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9A475B-E321-CB12-C81D-9E50A39BAB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1DEBF-3B18-171E-7CAF-F7F01D9FC6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9821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18AEB-697C-5C09-683B-0576C59B2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8AA2C1-BB82-BF55-2EC6-1319F213A1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4146D8-8AA9-A55E-F7DE-F3CE55AECC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A8E1E-A860-C6EF-3339-5F8A5961DC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2243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70A0A-5AA3-255B-11D0-50F67ACE6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B00DBE-7168-B7C6-8FF8-95896374E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6367CE-B81F-A6FA-A777-D910E74AC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F16B6-4AFA-B0EC-F59F-5482005B35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0626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E7E1E-775F-32ED-184E-668A33AA0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89C5A-9AF2-24A7-677A-8A2EE5B101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4379A8-695E-F511-452A-AB414B016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A0506-3D28-4F24-624F-3483F49515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4907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88943-95C9-BF24-FC09-0682CB2B1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46EBF-9FC8-C4E6-16E3-4A49A50F89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ECEA04-B2F4-EB1D-76BD-F1F97B7C4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11ABA-E1F5-8869-CAE1-87A3DEFA1C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1268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EA9C0-472F-2431-6F3D-3A16AFFBB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E121B1-292E-0E51-0D5D-94692AE024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39D689-9359-C104-2F06-2DE5B30D1D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837AA-4653-6F32-AB0D-392F97C304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9159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47443-EB76-82A0-9C6B-CBB2B675A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C0F4C-9858-DA94-3CB5-561F50AFD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2DAED2-6430-DFFE-0EED-B84824594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64D451-B924-2E87-E25E-209D3A5D4C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9106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7E9BE-C069-809F-0887-7529D2E4D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506EC4-563C-FC6C-66BA-ECD08BDA14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4FD9A5-2AB3-DB59-38E4-D54A4C14C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8A53C-5CA4-A48E-A8EE-DD684945F0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0472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B58D9-50F3-7AC0-FE6F-1BBAF56DD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5F640B-3C24-9D92-1287-72625B966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5F8DF6-8EBC-835B-1605-7405451C52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04CC8-DA6F-30C7-981F-E8004D53D9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4225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CE818-B4DD-2431-B627-16A287F3E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C3D995-397F-086C-3822-46F6342F3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FA502B-188A-C26A-F1E0-35F7CF5AF6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9F24B-24D1-0132-51E5-17FB2D3C0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9062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793B9-D3FB-4C4C-864B-507958A17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65FFD2-0264-6877-A33C-356DAEC1B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2D0FAE-AE7C-7FBF-CAFA-B037E2F186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4831A-5812-92C0-3CCB-0BC6642EB7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70844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B3D9B-0152-1D1F-8603-1A6CF0F90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1806F5-3DDD-F059-46E2-E52728112D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57823E-B5F6-EE15-FA87-E3725E99C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4E762-B066-22A8-4878-385DE6E6A8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6091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4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0F2D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875520" y="-1463040"/>
            <a:ext cx="3840480" cy="3840480"/>
          </a:xfrm>
          <a:prstGeom prst="ellipse">
            <a:avLst/>
          </a:prstGeom>
          <a:solidFill>
            <a:srgbClr val="0098D8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778240" y="4206240"/>
            <a:ext cx="2926080" cy="2926080"/>
          </a:xfrm>
          <a:prstGeom prst="ellipse">
            <a:avLst/>
          </a:prstGeom>
          <a:solidFill>
            <a:srgbClr val="0EAE9E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assets/proactive_logo.jpeg"/>
          <p:cNvPicPr>
            <a:picLocks noChangeAspect="1"/>
          </p:cNvPicPr>
          <p:nvPr/>
        </p:nvPicPr>
        <p:blipFill>
          <a:blip r:embed="rId3"/>
          <a:srcRect l="28227" r="28227"/>
          <a:stretch>
            <a:fillRect/>
          </a:stretch>
        </p:blipFill>
        <p:spPr>
          <a:xfrm>
            <a:off x="7863840" y="32004"/>
            <a:ext cx="4327854" cy="6793992"/>
          </a:xfrm>
          <a:prstGeom prst="rect">
            <a:avLst/>
          </a:prstGeom>
        </p:spPr>
      </p:pic>
      <p:pic>
        <p:nvPicPr>
          <p:cNvPr id="7" name="Image 1" descr="assets/cisco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260" y="266819"/>
            <a:ext cx="1234440" cy="2893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1798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COMPLINCE REPORT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02920" y="2697480"/>
            <a:ext cx="8595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Network</a:t>
            </a:r>
            <a:r>
              <a:rPr lang="en-US" sz="3200" dirty="0"/>
              <a:t> 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3200" dirty="0"/>
          </a:p>
        </p:txBody>
      </p:sp>
      <p:sp>
        <p:nvSpPr>
          <p:cNvPr id="11" name="Shape 7"/>
          <p:cNvSpPr/>
          <p:nvPr/>
        </p:nvSpPr>
        <p:spPr>
          <a:xfrm>
            <a:off x="502920" y="4846320"/>
            <a:ext cx="457200" cy="32004"/>
          </a:xfrm>
          <a:prstGeom prst="rect">
            <a:avLst/>
          </a:prstGeom>
          <a:solidFill>
            <a:srgbClr val="009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502920" y="4983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03-08-2026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02920" y="53035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Proactive Data Systems  ·  Shared  to JFL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— All Sites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02920" y="5806440"/>
            <a:ext cx="11475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review consolidates SLA performance, rack and switch uptime, and access-point incident RCA for all eight monitored JFL sites for the period 1 July 2026 </a:t>
            </a:r>
            <a:r>
              <a:rPr lang="en-US" sz="1150" i="1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31 </a:t>
            </a:r>
            <a:r>
              <a:rPr lang="en-US" sz="115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</a:t>
            </a:r>
            <a:r>
              <a:rPr lang="en-US" sz="90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</a:t>
            </a:r>
            <a:endParaRPr lang="en-US" sz="9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961551A-E44E-722F-C59E-99256F43C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03831"/>
              </p:ext>
            </p:extLst>
          </p:nvPr>
        </p:nvGraphicFramePr>
        <p:xfrm>
          <a:off x="505661" y="1289302"/>
          <a:ext cx="11152939" cy="4325113"/>
        </p:xfrm>
        <a:graphic>
          <a:graphicData uri="http://schemas.openxmlformats.org/drawingml/2006/table">
            <a:tbl>
              <a:tblPr/>
              <a:tblGrid>
                <a:gridCol w="1490407">
                  <a:extLst>
                    <a:ext uri="{9D8B030D-6E8A-4147-A177-3AD203B41FA5}">
                      <a16:colId xmlns:a16="http://schemas.microsoft.com/office/drawing/2014/main" val="3488129634"/>
                    </a:ext>
                  </a:extLst>
                </a:gridCol>
                <a:gridCol w="1188977">
                  <a:extLst>
                    <a:ext uri="{9D8B030D-6E8A-4147-A177-3AD203B41FA5}">
                      <a16:colId xmlns:a16="http://schemas.microsoft.com/office/drawing/2014/main" val="2956352448"/>
                    </a:ext>
                  </a:extLst>
                </a:gridCol>
                <a:gridCol w="1440170">
                  <a:extLst>
                    <a:ext uri="{9D8B030D-6E8A-4147-A177-3AD203B41FA5}">
                      <a16:colId xmlns:a16="http://schemas.microsoft.com/office/drawing/2014/main" val="1515504908"/>
                    </a:ext>
                  </a:extLst>
                </a:gridCol>
                <a:gridCol w="1574139">
                  <a:extLst>
                    <a:ext uri="{9D8B030D-6E8A-4147-A177-3AD203B41FA5}">
                      <a16:colId xmlns:a16="http://schemas.microsoft.com/office/drawing/2014/main" val="2120011677"/>
                    </a:ext>
                  </a:extLst>
                </a:gridCol>
                <a:gridCol w="1758346">
                  <a:extLst>
                    <a:ext uri="{9D8B030D-6E8A-4147-A177-3AD203B41FA5}">
                      <a16:colId xmlns:a16="http://schemas.microsoft.com/office/drawing/2014/main" val="3432813422"/>
                    </a:ext>
                  </a:extLst>
                </a:gridCol>
                <a:gridCol w="1657869">
                  <a:extLst>
                    <a:ext uri="{9D8B030D-6E8A-4147-A177-3AD203B41FA5}">
                      <a16:colId xmlns:a16="http://schemas.microsoft.com/office/drawing/2014/main" val="3982823382"/>
                    </a:ext>
                  </a:extLst>
                </a:gridCol>
                <a:gridCol w="2043031">
                  <a:extLst>
                    <a:ext uri="{9D8B030D-6E8A-4147-A177-3AD203B41FA5}">
                      <a16:colId xmlns:a16="http://schemas.microsoft.com/office/drawing/2014/main" val="3405698306"/>
                    </a:ext>
                  </a:extLst>
                </a:gridCol>
              </a:tblGrid>
              <a:tr h="69415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Site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No of devices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Proactive Switch Uptime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JFL Switch Uptime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Primary RCA Driver (Switches)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 AP Incidents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Primary RCA Driver (AP)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099526"/>
                  </a:ext>
                </a:extLst>
              </a:tr>
              <a:tr h="38712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182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99.99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98.85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300" b="0" i="0" u="none" strike="noStrike" kern="120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Device Power Issues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300" b="0" i="0" u="none" strike="noStrike" kern="120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Device Power Issues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555162"/>
                  </a:ext>
                </a:extLst>
              </a:tr>
              <a:tr h="38712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122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99.97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92.98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300" b="0" i="0" u="none" strike="noStrike" kern="120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Others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300" b="0" i="0" u="none" strike="noStrike" kern="1200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Client- Side Activity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963163"/>
                  </a:ext>
                </a:extLst>
              </a:tr>
              <a:tr h="65410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Not case received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300" b="0" i="0" u="none" strike="noStrike" kern="120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Hardware Component Failures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40998"/>
                  </a:ext>
                </a:extLst>
              </a:tr>
              <a:tr h="38712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Mohali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Not case received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300" b="0" i="0" u="none" strike="noStrike" kern="120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Device Power Issues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793435"/>
                  </a:ext>
                </a:extLst>
              </a:tr>
              <a:tr h="38712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Hyderabad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99.94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74.87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300" b="0" i="0" u="none" strike="noStrike" kern="120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Device Power Issues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300" b="0" i="0" u="none" strike="noStrike" kern="1200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Device Power Issues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223067"/>
                  </a:ext>
                </a:extLst>
              </a:tr>
              <a:tr h="65410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Nagpur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99.94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90.89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Third Party Device issue/Others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300" b="0" i="0" u="none" strike="noStrike" kern="1200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Client -Side Activity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720548"/>
                  </a:ext>
                </a:extLst>
              </a:tr>
              <a:tr h="38712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Mumbai-DC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Not case received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Not </a:t>
                      </a:r>
                      <a:r>
                        <a:rPr lang="en-US" sz="1300" b="0" i="0" u="none" strike="noStrike" kern="120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case received</a:t>
                      </a:r>
                      <a:endParaRPr lang="en-US" sz="1300" b="0" i="0" u="none" strike="noStrike" kern="1200" dirty="0">
                        <a:solidFill>
                          <a:srgbClr val="0B244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322651"/>
                  </a:ext>
                </a:extLst>
              </a:tr>
              <a:tr h="38712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Guwahati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99.99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97.03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300" b="0" i="0" u="none" strike="noStrike" kern="120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Device Power Issues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300" b="0" i="0" u="none" strike="noStrike" kern="120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300" b="0" i="0" u="none" strike="noStrike" kern="1200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Device Power Issues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9340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1 OF 32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Bangalore – AP and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statistical analytics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 descr="Chart"/>
          <p:cNvGraphicFramePr/>
          <p:nvPr>
            <p:extLst>
              <p:ext uri="{D42A27DB-BD31-4B8C-83A1-F6EECF244321}">
                <p14:modId xmlns:p14="http://schemas.microsoft.com/office/powerpoint/2010/main" val="574775604"/>
              </p:ext>
            </p:extLst>
          </p:nvPr>
        </p:nvGraphicFramePr>
        <p:xfrm>
          <a:off x="502920" y="1783080"/>
          <a:ext cx="525780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8832596" y="734060"/>
            <a:ext cx="2684272" cy="2999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</a:t>
            </a:r>
            <a:r>
              <a:rPr lang="en-US" sz="90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</a:t>
            </a:r>
            <a:endParaRPr lang="en-US" sz="9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B8AF272-04D2-EB68-E5F8-BAB5E892D8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042420"/>
              </p:ext>
            </p:extLst>
          </p:nvPr>
        </p:nvGraphicFramePr>
        <p:xfrm>
          <a:off x="6377636" y="1151330"/>
          <a:ext cx="5227318" cy="5326281"/>
        </p:xfrm>
        <a:graphic>
          <a:graphicData uri="http://schemas.openxmlformats.org/drawingml/2006/table">
            <a:tbl>
              <a:tblPr/>
              <a:tblGrid>
                <a:gridCol w="2302097">
                  <a:extLst>
                    <a:ext uri="{9D8B030D-6E8A-4147-A177-3AD203B41FA5}">
                      <a16:colId xmlns:a16="http://schemas.microsoft.com/office/drawing/2014/main" val="3472367920"/>
                    </a:ext>
                  </a:extLst>
                </a:gridCol>
                <a:gridCol w="2925221">
                  <a:extLst>
                    <a:ext uri="{9D8B030D-6E8A-4147-A177-3AD203B41FA5}">
                      <a16:colId xmlns:a16="http://schemas.microsoft.com/office/drawing/2014/main" val="2135604502"/>
                    </a:ext>
                  </a:extLst>
                </a:gridCol>
              </a:tblGrid>
              <a:tr h="2417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RACK#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Overall percentage of Rackwise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979631"/>
                  </a:ext>
                </a:extLst>
              </a:tr>
              <a:tr h="2417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SEC-CAB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415822"/>
                  </a:ext>
                </a:extLst>
              </a:tr>
              <a:tr h="2417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HEALTHCARE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99.98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60540"/>
                  </a:ext>
                </a:extLst>
              </a:tr>
              <a:tr h="2417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GF-ETP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99.98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054221"/>
                  </a:ext>
                </a:extLst>
              </a:tr>
              <a:tr h="2417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1F-R5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99.99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345295"/>
                  </a:ext>
                </a:extLst>
              </a:tr>
              <a:tr h="2167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99.99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809379"/>
                  </a:ext>
                </a:extLst>
              </a:tr>
              <a:tr h="2167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66845"/>
                  </a:ext>
                </a:extLst>
              </a:tr>
              <a:tr h="2167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379616"/>
                  </a:ext>
                </a:extLst>
              </a:tr>
              <a:tr h="2167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83636"/>
                  </a:ext>
                </a:extLst>
              </a:tr>
              <a:tr h="2167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MZ-R2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210474"/>
                  </a:ext>
                </a:extLst>
              </a:tr>
              <a:tr h="2167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SIDE-PLANT1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612161"/>
                  </a:ext>
                </a:extLst>
              </a:tr>
              <a:tr h="2167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2F-R5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983580"/>
                  </a:ext>
                </a:extLst>
              </a:tr>
              <a:tr h="2167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1F-R3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966334"/>
                  </a:ext>
                </a:extLst>
              </a:tr>
              <a:tr h="2167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2F-R4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260613"/>
                  </a:ext>
                </a:extLst>
              </a:tr>
              <a:tr h="2167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154942"/>
                  </a:ext>
                </a:extLst>
              </a:tr>
              <a:tr h="2167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1F-R4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05537"/>
                  </a:ext>
                </a:extLst>
              </a:tr>
              <a:tr h="2167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018540"/>
                  </a:ext>
                </a:extLst>
              </a:tr>
              <a:tr h="2167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1F-R2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743516"/>
                  </a:ext>
                </a:extLst>
              </a:tr>
              <a:tr h="2167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MZ-R1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853910"/>
                  </a:ext>
                </a:extLst>
              </a:tr>
              <a:tr h="2167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334048"/>
                  </a:ext>
                </a:extLst>
              </a:tr>
              <a:tr h="2167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2F-R1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53425"/>
                  </a:ext>
                </a:extLst>
              </a:tr>
              <a:tr h="2167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2F-R2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7712773"/>
                  </a:ext>
                </a:extLst>
              </a:tr>
              <a:tr h="2167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1F-R1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400489"/>
                  </a:ext>
                </a:extLst>
              </a:tr>
              <a:tr h="2167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GF-UTILITY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8661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ED9E35-B400-EA68-B052-924CD3C27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1EBF78-82BC-F6CB-8EF7-17D9983434F0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2 OF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851FD03-BD0C-3F45-A07C-92B37FE21936}"/>
              </a:ext>
            </a:extLst>
          </p:cNvPr>
          <p:cNvSpPr/>
          <p:nvPr/>
        </p:nvSpPr>
        <p:spPr>
          <a:xfrm>
            <a:off x="502920" y="548640"/>
            <a:ext cx="111556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Noida – AP and Switch statistical analytics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3763082-1245-6449-CB33-DFD0B8FABF41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BF902A7-281F-2614-A445-D38457C8C084}"/>
              </a:ext>
            </a:extLst>
          </p:cNvPr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D7B14415-34F8-4B72-D6B1-FB0C79FDD0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861830"/>
              </p:ext>
            </p:extLst>
          </p:nvPr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>
            <a:extLst>
              <a:ext uri="{FF2B5EF4-FFF2-40B4-BE49-F238E27FC236}">
                <a16:creationId xmlns:a16="http://schemas.microsoft.com/office/drawing/2014/main" id="{C8C892BA-53FC-D29B-B274-0BD08BC37C05}"/>
              </a:ext>
            </a:extLst>
          </p:cNvPr>
          <p:cNvSpPr/>
          <p:nvPr/>
        </p:nvSpPr>
        <p:spPr>
          <a:xfrm>
            <a:off x="9110472" y="688943"/>
            <a:ext cx="2575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77CF8B02-4FE4-4BD3-0E89-6107379F92CE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</a:t>
            </a:r>
            <a:r>
              <a:rPr lang="en-US" sz="90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</a:t>
            </a:r>
            <a:endParaRPr lang="en-US" sz="9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C6EFA00-8048-4B98-191B-8844E55FDA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208378"/>
              </p:ext>
            </p:extLst>
          </p:nvPr>
        </p:nvGraphicFramePr>
        <p:xfrm>
          <a:off x="6080760" y="1207210"/>
          <a:ext cx="5577840" cy="5269283"/>
        </p:xfrm>
        <a:graphic>
          <a:graphicData uri="http://schemas.openxmlformats.org/drawingml/2006/table">
            <a:tbl>
              <a:tblPr/>
              <a:tblGrid>
                <a:gridCol w="2747602">
                  <a:extLst>
                    <a:ext uri="{9D8B030D-6E8A-4147-A177-3AD203B41FA5}">
                      <a16:colId xmlns:a16="http://schemas.microsoft.com/office/drawing/2014/main" val="1534383999"/>
                    </a:ext>
                  </a:extLst>
                </a:gridCol>
                <a:gridCol w="2830238">
                  <a:extLst>
                    <a:ext uri="{9D8B030D-6E8A-4147-A177-3AD203B41FA5}">
                      <a16:colId xmlns:a16="http://schemas.microsoft.com/office/drawing/2014/main" val="1289330609"/>
                    </a:ext>
                  </a:extLst>
                </a:gridCol>
              </a:tblGrid>
              <a:tr h="1804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RACK#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Overall percentage of Rackwise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651774"/>
                  </a:ext>
                </a:extLst>
              </a:tr>
              <a:tr h="1804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JFL-GNMC-NCK-SW-02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99.92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842924"/>
                  </a:ext>
                </a:extLst>
              </a:tr>
              <a:tr h="1804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JFL-GNSC-TR-AC-SW-01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99.98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472564"/>
                  </a:ext>
                </a:extLst>
              </a:tr>
              <a:tr h="1804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559794"/>
                  </a:ext>
                </a:extLst>
              </a:tr>
              <a:tr h="1804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JFL-GNMC-1F-LB-AC-SW-01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277647"/>
                  </a:ext>
                </a:extLst>
              </a:tr>
              <a:tr h="161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JFL-GNMC-2F-AC-ST-01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613690"/>
                  </a:ext>
                </a:extLst>
              </a:tr>
              <a:tr h="161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JFL-GNMC-3F-AC-ST-01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0344378"/>
                  </a:ext>
                </a:extLst>
              </a:tr>
              <a:tr h="161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JFL-GNMC-CK-AC-SW-01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703502"/>
                  </a:ext>
                </a:extLst>
              </a:tr>
              <a:tr h="161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JFL-GNMC-CLC-AC-SW-01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006846"/>
                  </a:ext>
                </a:extLst>
              </a:tr>
              <a:tr h="161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JFL-GNMC-CLC-AC-SW-02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986249"/>
                  </a:ext>
                </a:extLst>
              </a:tr>
              <a:tr h="161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JFL-GNMC-DA-AC-ST-01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466256"/>
                  </a:ext>
                </a:extLst>
              </a:tr>
              <a:tr h="161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JFL-GNMC-DA-AC-SW-01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432498"/>
                  </a:ext>
                </a:extLst>
              </a:tr>
              <a:tr h="161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JFL-GNMC-EG-AC-ST-01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322124"/>
                  </a:ext>
                </a:extLst>
              </a:tr>
              <a:tr h="161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JFL-GNMC-EG-AC-SW-01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390976"/>
                  </a:ext>
                </a:extLst>
              </a:tr>
              <a:tr h="161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JFL-GNMC-ER-AC-SW-01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630618"/>
                  </a:ext>
                </a:extLst>
              </a:tr>
              <a:tr h="161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JFL-GNMC-GF-AC-ST-01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973560"/>
                  </a:ext>
                </a:extLst>
              </a:tr>
              <a:tr h="161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JFL-GNMC-LT-AC-SW-01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068257"/>
                  </a:ext>
                </a:extLst>
              </a:tr>
              <a:tr h="161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JFL-GNMC-MR-AC-SW-01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170670"/>
                  </a:ext>
                </a:extLst>
              </a:tr>
              <a:tr h="161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JFL-GNMC-MR-AC-SW-03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693030"/>
                  </a:ext>
                </a:extLst>
              </a:tr>
              <a:tr h="161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JFL-GNMC-SR-AC-SW-01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843583"/>
                  </a:ext>
                </a:extLst>
              </a:tr>
              <a:tr h="161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JFL-GNMC-TR-AV-SW-01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399481"/>
                  </a:ext>
                </a:extLst>
              </a:tr>
              <a:tr h="161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JFL-GNSC-BP-AC-SW-01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723367"/>
                  </a:ext>
                </a:extLst>
              </a:tr>
              <a:tr h="161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JFL-GNSC-CK-AC-SW-02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4106329"/>
                  </a:ext>
                </a:extLst>
              </a:tr>
              <a:tr h="161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JFL-GNSC-CLC-SW-03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789547"/>
                  </a:ext>
                </a:extLst>
              </a:tr>
              <a:tr h="161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JFL-GNSC-DA-AC-SW-03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04971"/>
                  </a:ext>
                </a:extLst>
              </a:tr>
              <a:tr h="161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JFL-GNSC-GF-AC-SW-03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757017"/>
                  </a:ext>
                </a:extLst>
              </a:tr>
              <a:tr h="161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JFL-GNSC-LT-AC-SW-01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344649"/>
                  </a:ext>
                </a:extLst>
              </a:tr>
              <a:tr h="161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JFL-GNSC-NCK-AC-SW-02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606298"/>
                  </a:ext>
                </a:extLst>
              </a:tr>
              <a:tr h="161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JFL-GNSC-PO-AC-SW-01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276207"/>
                  </a:ext>
                </a:extLst>
              </a:tr>
              <a:tr h="161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JFL-GNSC-RE-AC-SW-01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975603"/>
                  </a:ext>
                </a:extLst>
              </a:tr>
              <a:tr h="161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JFL-GNSC-RO-SW01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885406"/>
                  </a:ext>
                </a:extLst>
              </a:tr>
              <a:tr h="161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JFL-GNSC-TP-AC-SW-01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604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013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87D1F9-AA9A-7259-D371-673279F9E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453165C-2590-BE4E-70C4-DA4031097AB2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3 OF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7798E2-56E9-9E43-747E-39F18DEFC074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Guwahati – AP and Switch statistical analytics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9C54B19-D0DC-C275-D307-95C422288886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838E55F-B392-A06A-427F-EC27B5A52010}"/>
              </a:ext>
            </a:extLst>
          </p:cNvPr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872E8DE1-DC55-258B-8326-A3476A4929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3141458"/>
              </p:ext>
            </p:extLst>
          </p:nvPr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>
            <a:extLst>
              <a:ext uri="{FF2B5EF4-FFF2-40B4-BE49-F238E27FC236}">
                <a16:creationId xmlns:a16="http://schemas.microsoft.com/office/drawing/2014/main" id="{2BE0F421-6BDE-111F-2702-240BE91F4721}"/>
              </a:ext>
            </a:extLst>
          </p:cNvPr>
          <p:cNvSpPr/>
          <p:nvPr/>
        </p:nvSpPr>
        <p:spPr>
          <a:xfrm>
            <a:off x="6236208" y="1163117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41891DC3-5D41-C76A-A31D-48AA3CB783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763899"/>
              </p:ext>
            </p:extLst>
          </p:nvPr>
        </p:nvGraphicFramePr>
        <p:xfrm>
          <a:off x="6144768" y="1463040"/>
          <a:ext cx="5422392" cy="456749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8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ptos Narrow" panose="020B0004020202020204" pitchFamily="34" charset="0"/>
                        </a:rPr>
                        <a:t>RACK#</a:t>
                      </a:r>
                      <a:endParaRPr lang="en-US" sz="100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ptos Narrow" panose="020B0004020202020204" pitchFamily="34" charset="0"/>
                        </a:rPr>
                        <a:t>Uptime %</a:t>
                      </a:r>
                      <a:endParaRPr lang="en-US" sz="100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8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CORE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99.99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5">
            <a:extLst>
              <a:ext uri="{FF2B5EF4-FFF2-40B4-BE49-F238E27FC236}">
                <a16:creationId xmlns:a16="http://schemas.microsoft.com/office/drawing/2014/main" id="{9BB4E8E6-2436-CDF7-CE0E-1B164BA69129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</a:t>
            </a:r>
            <a:r>
              <a:rPr lang="en-US" sz="90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167875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D68379-EE4D-C8F3-A22D-68D166470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C3EAB7B-09E9-C052-28D7-BA80B11984F9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4 OF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CCB6862-0FF3-8AA8-D7FD-2F7743601296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Hyderabad– AP and Switch statistical analytics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0CC2A57-CB14-0B96-CE7B-5282367A86DC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F7414C3-F300-C2BC-7189-BE65E7F26AC7}"/>
              </a:ext>
            </a:extLst>
          </p:cNvPr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45B57A3-7F00-F09F-5603-2CA6D4248A69}"/>
              </a:ext>
            </a:extLst>
          </p:cNvPr>
          <p:cNvSpPr/>
          <p:nvPr/>
        </p:nvSpPr>
        <p:spPr>
          <a:xfrm>
            <a:off x="6236208" y="1163117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44C69B43-7525-1A42-3984-B8FCB4CA30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380046"/>
              </p:ext>
            </p:extLst>
          </p:nvPr>
        </p:nvGraphicFramePr>
        <p:xfrm>
          <a:off x="6144768" y="1463040"/>
          <a:ext cx="5422392" cy="456749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8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ptos Narrow" panose="020B0004020202020204" pitchFamily="34" charset="0"/>
                        </a:rPr>
                        <a:t>RACK#</a:t>
                      </a:r>
                      <a:endParaRPr lang="en-US" sz="100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ptos Narrow" panose="020B0004020202020204" pitchFamily="34" charset="0"/>
                        </a:rPr>
                        <a:t>Uptime %</a:t>
                      </a:r>
                      <a:endParaRPr lang="en-US" sz="1000"/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8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CORE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99.94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5">
            <a:extLst>
              <a:ext uri="{FF2B5EF4-FFF2-40B4-BE49-F238E27FC236}">
                <a16:creationId xmlns:a16="http://schemas.microsoft.com/office/drawing/2014/main" id="{8AB30463-BD24-A162-C06F-E89748EE13E9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</a:t>
            </a:r>
            <a:r>
              <a:rPr lang="en-US" sz="90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</a:t>
            </a:r>
            <a:endParaRPr lang="en-US" sz="900" dirty="0"/>
          </a:p>
        </p:txBody>
      </p:sp>
      <p:graphicFrame>
        <p:nvGraphicFramePr>
          <p:cNvPr id="11" name="Chart 0">
            <a:extLst>
              <a:ext uri="{FF2B5EF4-FFF2-40B4-BE49-F238E27FC236}">
                <a16:creationId xmlns:a16="http://schemas.microsoft.com/office/drawing/2014/main" id="{D82279B1-B137-A92C-1DE5-47396F9524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4842603"/>
              </p:ext>
            </p:extLst>
          </p:nvPr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79068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1D342C-347D-DCB0-5E08-F84499D22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C19383B-B908-D454-19A5-B2AC41B91BBC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5 OF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B006D2-FA81-0DF8-92B8-8667007C524E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Mohali – AP and Switch statistical analytics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8041E3F-6B63-9E99-9608-6B26937B5557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203D829-E788-8C26-8E7E-36E48794BCD2}"/>
              </a:ext>
            </a:extLst>
          </p:cNvPr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30DAF902-039E-27F7-17E1-FD6F656082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3337911"/>
              </p:ext>
            </p:extLst>
          </p:nvPr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>
            <a:extLst>
              <a:ext uri="{FF2B5EF4-FFF2-40B4-BE49-F238E27FC236}">
                <a16:creationId xmlns:a16="http://schemas.microsoft.com/office/drawing/2014/main" id="{6D4C85D3-F34E-4553-269F-F95E2F84047E}"/>
              </a:ext>
            </a:extLst>
          </p:cNvPr>
          <p:cNvSpPr/>
          <p:nvPr/>
        </p:nvSpPr>
        <p:spPr>
          <a:xfrm>
            <a:off x="6236208" y="1163117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05FDD27E-703B-6FFA-4E69-3CD8A8A20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944993"/>
              </p:ext>
            </p:extLst>
          </p:nvPr>
        </p:nvGraphicFramePr>
        <p:xfrm>
          <a:off x="6144768" y="1463040"/>
          <a:ext cx="5422392" cy="797344"/>
        </p:xfrm>
        <a:graphic>
          <a:graphicData uri="http://schemas.openxmlformats.org/drawingml/2006/table">
            <a:tbl>
              <a:tblPr/>
              <a:tblGrid>
                <a:gridCol w="2387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4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93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RACK#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Uptime %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82940"/>
                  </a:ext>
                </a:extLst>
              </a:tr>
              <a:tr h="1993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WAREHOUSE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B244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</a:t>
                      </a:r>
                      <a:endParaRPr lang="en-US" sz="1000" b="0" i="0" u="none" strike="noStrike" dirty="0">
                        <a:solidFill>
                          <a:srgbClr val="0B244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631632"/>
                  </a:ext>
                </a:extLst>
              </a:tr>
              <a:tr h="1993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CORE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B244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</a:t>
                      </a:r>
                      <a:endParaRPr lang="en-US" sz="1000" b="0" i="0" u="none" strike="noStrike" dirty="0">
                        <a:solidFill>
                          <a:srgbClr val="0B244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253355"/>
                  </a:ext>
                </a:extLst>
              </a:tr>
              <a:tr h="1993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TRANSPORT ROOM</a:t>
                      </a: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244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</a:t>
                      </a:r>
                      <a:endParaRPr lang="en-US" sz="1000" b="0" i="0" u="none" strike="noStrike" dirty="0">
                        <a:solidFill>
                          <a:srgbClr val="0B244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400" marR="25400" marT="12700" marB="127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106643"/>
                  </a:ext>
                </a:extLst>
              </a:tr>
            </a:tbl>
          </a:graphicData>
        </a:graphic>
      </p:graphicFrame>
      <p:sp>
        <p:nvSpPr>
          <p:cNvPr id="9" name="Text 5">
            <a:extLst>
              <a:ext uri="{FF2B5EF4-FFF2-40B4-BE49-F238E27FC236}">
                <a16:creationId xmlns:a16="http://schemas.microsoft.com/office/drawing/2014/main" id="{96C215A6-FE70-A75F-808A-A5473BDA8BDD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</a:t>
            </a:r>
            <a:r>
              <a:rPr lang="en-US" sz="90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934562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53E824-1721-A78F-987F-AA14594D2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24D942-B774-8E99-A2B7-7550F5F35ECA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6 OF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DE5B195-93F5-A673-C071-71348FAD6D79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Nagpur – AP and Switch statistical analytics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4F92CAD-7FE5-47BE-E6E2-1CBE4FC6B023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0F973BF-A6EE-B2D0-956E-54D321C382FD}"/>
              </a:ext>
            </a:extLst>
          </p:cNvPr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CDCC2DDC-3B53-D961-443E-9EC0064A2F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914571"/>
              </p:ext>
            </p:extLst>
          </p:nvPr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>
            <a:extLst>
              <a:ext uri="{FF2B5EF4-FFF2-40B4-BE49-F238E27FC236}">
                <a16:creationId xmlns:a16="http://schemas.microsoft.com/office/drawing/2014/main" id="{C8B9871D-7D93-66C2-2637-FA11AE4D5EC9}"/>
              </a:ext>
            </a:extLst>
          </p:cNvPr>
          <p:cNvSpPr/>
          <p:nvPr/>
        </p:nvSpPr>
        <p:spPr>
          <a:xfrm>
            <a:off x="6236208" y="1163117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71E2809-5D27-F0CB-4263-E2763CC9324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</a:t>
            </a:r>
            <a:r>
              <a:rPr lang="en-US" sz="90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</a:t>
            </a:r>
            <a:endParaRPr lang="en-US" sz="900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C229EFA-D50F-C15D-A2C2-E3B9031164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091459"/>
              </p:ext>
            </p:extLst>
          </p:nvPr>
        </p:nvGraphicFramePr>
        <p:xfrm>
          <a:off x="6294122" y="1503274"/>
          <a:ext cx="5176518" cy="1138328"/>
        </p:xfrm>
        <a:graphic>
          <a:graphicData uri="http://schemas.openxmlformats.org/drawingml/2006/table">
            <a:tbl>
              <a:tblPr/>
              <a:tblGrid>
                <a:gridCol w="2549914">
                  <a:extLst>
                    <a:ext uri="{9D8B030D-6E8A-4147-A177-3AD203B41FA5}">
                      <a16:colId xmlns:a16="http://schemas.microsoft.com/office/drawing/2014/main" val="91378078"/>
                    </a:ext>
                  </a:extLst>
                </a:gridCol>
                <a:gridCol w="2626604">
                  <a:extLst>
                    <a:ext uri="{9D8B030D-6E8A-4147-A177-3AD203B41FA5}">
                      <a16:colId xmlns:a16="http://schemas.microsoft.com/office/drawing/2014/main" val="2258494592"/>
                    </a:ext>
                  </a:extLst>
                </a:gridCol>
              </a:tblGrid>
              <a:tr h="2845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RACK#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Overall percentage of Rackwise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424175"/>
                  </a:ext>
                </a:extLst>
              </a:tr>
              <a:tr h="2845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Rack 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99.94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305353"/>
                  </a:ext>
                </a:extLst>
              </a:tr>
              <a:tr h="2845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Rack 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170568"/>
                  </a:ext>
                </a:extLst>
              </a:tr>
              <a:tr h="2845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Rack 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601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358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4F091-C160-07A1-1FED-ACB0E7087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0C728B0-C3AE-1F10-A462-9BFF54E6E913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OF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C963A7D-4FD1-CDBB-0FEB-0EC7A1B091B6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Noida – AP and Switch statistical analytics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5CCA2F2-32C1-1B6C-DED2-45CCAC9677EB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C04E666-3688-895A-9A78-2876D51ED60F}"/>
              </a:ext>
            </a:extLst>
          </p:cNvPr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72AD660D-834A-803F-CAAE-F2E6247A15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625403"/>
              </p:ext>
            </p:extLst>
          </p:nvPr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>
            <a:extLst>
              <a:ext uri="{FF2B5EF4-FFF2-40B4-BE49-F238E27FC236}">
                <a16:creationId xmlns:a16="http://schemas.microsoft.com/office/drawing/2014/main" id="{5CEB08B9-7AA3-03E9-D254-C20AFEAF49AD}"/>
              </a:ext>
            </a:extLst>
          </p:cNvPr>
          <p:cNvSpPr/>
          <p:nvPr/>
        </p:nvSpPr>
        <p:spPr>
          <a:xfrm>
            <a:off x="6236208" y="1163117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8E47F071-8DF8-5EBC-F0CB-9BDF85C418AB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</a:t>
            </a:r>
            <a:r>
              <a:rPr lang="en-US" sz="90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</a:t>
            </a:r>
            <a:endParaRPr lang="en-US" sz="900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50D98DA-E4EC-1ADF-EBA2-24F6C0E4CE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247072"/>
              </p:ext>
            </p:extLst>
          </p:nvPr>
        </p:nvGraphicFramePr>
        <p:xfrm>
          <a:off x="6236208" y="1603386"/>
          <a:ext cx="5394960" cy="4705968"/>
        </p:xfrm>
        <a:graphic>
          <a:graphicData uri="http://schemas.openxmlformats.org/drawingml/2006/table">
            <a:tbl>
              <a:tblPr/>
              <a:tblGrid>
                <a:gridCol w="2375926">
                  <a:extLst>
                    <a:ext uri="{9D8B030D-6E8A-4147-A177-3AD203B41FA5}">
                      <a16:colId xmlns:a16="http://schemas.microsoft.com/office/drawing/2014/main" val="1869614255"/>
                    </a:ext>
                  </a:extLst>
                </a:gridCol>
                <a:gridCol w="3019034">
                  <a:extLst>
                    <a:ext uri="{9D8B030D-6E8A-4147-A177-3AD203B41FA5}">
                      <a16:colId xmlns:a16="http://schemas.microsoft.com/office/drawing/2014/main" val="1994181554"/>
                    </a:ext>
                  </a:extLst>
                </a:gridCol>
              </a:tblGrid>
              <a:tr h="3600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RACK#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Overall percentage of Rackwise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018814"/>
                  </a:ext>
                </a:extLst>
              </a:tr>
              <a:tr h="36008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JFL-15F-AP-Switch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5146441"/>
                  </a:ext>
                </a:extLst>
              </a:tr>
              <a:tr h="36008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JFL-15F-L2-Stack1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664596"/>
                  </a:ext>
                </a:extLst>
              </a:tr>
              <a:tr h="36008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JFL-15F-L2-Stack2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9466224"/>
                  </a:ext>
                </a:extLst>
              </a:tr>
              <a:tr h="36008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JFL-16F-AP-Switch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455854"/>
                  </a:ext>
                </a:extLst>
              </a:tr>
              <a:tr h="3228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JFL-16F-L2-Stack1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900055"/>
                  </a:ext>
                </a:extLst>
              </a:tr>
              <a:tr h="3228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JFL-16F-L2-Stack2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1411078"/>
                  </a:ext>
                </a:extLst>
              </a:tr>
              <a:tr h="3228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JFL-17F-AP-Switch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368502"/>
                  </a:ext>
                </a:extLst>
              </a:tr>
              <a:tr h="3228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JFL-17F-L2-Stack1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879078"/>
                  </a:ext>
                </a:extLst>
              </a:tr>
              <a:tr h="3228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JFL-Core-Sw1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883822"/>
                  </a:ext>
                </a:extLst>
              </a:tr>
              <a:tr h="3228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JFL-Core-Sw2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434163"/>
                  </a:ext>
                </a:extLst>
              </a:tr>
              <a:tr h="3228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JFL-MPLS-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554125"/>
                  </a:ext>
                </a:extLst>
              </a:tr>
              <a:tr h="3228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JFL-SRV-SW-Stack1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07368"/>
                  </a:ext>
                </a:extLst>
              </a:tr>
              <a:tr h="3228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313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524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E0221F-86F1-AC42-62B3-43F4B22D1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3579323-C777-020E-312F-094589C1798C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</a:t>
            </a: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8833E9C-B74D-7A75-5A80-96CE90BA7C96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Mumbai DC – AP and Switch statistical analytics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A173E60-030B-4910-FC83-55E36EF5D318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0964AF1-5BFC-A1F3-21BE-233F79E6231F}"/>
              </a:ext>
            </a:extLst>
          </p:cNvPr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92EAEA3-853B-8DB5-70C5-646F4E5103FB}"/>
              </a:ext>
            </a:extLst>
          </p:cNvPr>
          <p:cNvSpPr/>
          <p:nvPr/>
        </p:nvSpPr>
        <p:spPr>
          <a:xfrm>
            <a:off x="6236208" y="1163117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19BD957-12A8-DED1-6C9D-5329DBE752ED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</a:t>
            </a:r>
            <a:r>
              <a:rPr lang="en-US" sz="90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</a:t>
            </a:r>
            <a:endParaRPr lang="en-US" sz="90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F5115111-42F4-154F-AAD3-374CB91AE4C5}"/>
              </a:ext>
            </a:extLst>
          </p:cNvPr>
          <p:cNvSpPr/>
          <p:nvPr/>
        </p:nvSpPr>
        <p:spPr>
          <a:xfrm>
            <a:off x="457200" y="1893739"/>
            <a:ext cx="5709920" cy="12205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/>
              <a:t>No Access Point (AP) incidents were recorded at the Mumbai location during July 2026.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6BB016C-C925-3456-62A4-C0AD214F85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549516"/>
              </p:ext>
            </p:extLst>
          </p:nvPr>
        </p:nvGraphicFramePr>
        <p:xfrm>
          <a:off x="6347460" y="1579022"/>
          <a:ext cx="5194300" cy="1849975"/>
        </p:xfrm>
        <a:graphic>
          <a:graphicData uri="http://schemas.openxmlformats.org/drawingml/2006/table">
            <a:tbl>
              <a:tblPr/>
              <a:tblGrid>
                <a:gridCol w="2347824">
                  <a:extLst>
                    <a:ext uri="{9D8B030D-6E8A-4147-A177-3AD203B41FA5}">
                      <a16:colId xmlns:a16="http://schemas.microsoft.com/office/drawing/2014/main" val="3198493053"/>
                    </a:ext>
                  </a:extLst>
                </a:gridCol>
                <a:gridCol w="2846476">
                  <a:extLst>
                    <a:ext uri="{9D8B030D-6E8A-4147-A177-3AD203B41FA5}">
                      <a16:colId xmlns:a16="http://schemas.microsoft.com/office/drawing/2014/main" val="768979352"/>
                    </a:ext>
                  </a:extLst>
                </a:gridCol>
              </a:tblGrid>
              <a:tr h="369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RACK#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Overall percentage of Rackwise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3897990"/>
                  </a:ext>
                </a:extLst>
              </a:tr>
              <a:tr h="369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JFL-COLO-CORE-SW-01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B244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244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798484"/>
                  </a:ext>
                </a:extLst>
              </a:tr>
              <a:tr h="369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JFL-COLO-MPLS-SW-01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B244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244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752232"/>
                  </a:ext>
                </a:extLst>
              </a:tr>
              <a:tr h="369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JFL-COLO-MPLS-SW-02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B244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244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2158665"/>
                  </a:ext>
                </a:extLst>
              </a:tr>
              <a:tr h="369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244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148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472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</a:t>
            </a: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Bangalore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99.99%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60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</a:t>
            </a:r>
            <a:r>
              <a:rPr lang="en-US" sz="90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</a:t>
            </a:r>
            <a:endParaRPr lang="en-US" sz="9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B4A5271C-D929-0285-15FE-A6492A49345E}"/>
              </a:ext>
            </a:extLst>
          </p:cNvPr>
          <p:cNvSpPr/>
          <p:nvPr/>
        </p:nvSpPr>
        <p:spPr>
          <a:xfrm>
            <a:off x="6186932" y="1430325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pPr algn="ctr"/>
            <a:r>
              <a:rPr lang="en-IN" b="1" dirty="0"/>
              <a:t>Device Power Issue</a:t>
            </a:r>
            <a:br>
              <a:rPr lang="en-IN" dirty="0"/>
            </a:br>
            <a:endParaRPr lang="en-IN" dirty="0"/>
          </a:p>
          <a:p>
            <a:r>
              <a:rPr lang="en-IN" sz="1100" dirty="0"/>
              <a:t>Primary RCA Driver</a:t>
            </a:r>
            <a:endParaRPr lang="en-IN" dirty="0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6129C672-F86E-DBB2-5D7E-BCBC93B532A8}"/>
              </a:ext>
            </a:extLst>
          </p:cNvPr>
          <p:cNvSpPr/>
          <p:nvPr/>
        </p:nvSpPr>
        <p:spPr>
          <a:xfrm>
            <a:off x="9041130" y="1430325"/>
            <a:ext cx="2478277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r>
              <a:rPr lang="en-US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52</a:t>
            </a:r>
            <a:br>
              <a:rPr lang="en-IN" dirty="0"/>
            </a:br>
            <a:br>
              <a:rPr lang="en-IN" dirty="0"/>
            </a:br>
            <a:r>
              <a:rPr lang="en-IN" sz="1100" dirty="0"/>
              <a:t>Switch at 100% uptime</a:t>
            </a:r>
            <a:endParaRPr lang="en-IN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08562A8-1C73-522B-9ADD-217FD057C4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439435"/>
              </p:ext>
            </p:extLst>
          </p:nvPr>
        </p:nvGraphicFramePr>
        <p:xfrm>
          <a:off x="502919" y="2680798"/>
          <a:ext cx="11016486" cy="3657600"/>
        </p:xfrm>
        <a:graphic>
          <a:graphicData uri="http://schemas.openxmlformats.org/drawingml/2006/table">
            <a:tbl>
              <a:tblPr/>
              <a:tblGrid>
                <a:gridCol w="406649">
                  <a:extLst>
                    <a:ext uri="{9D8B030D-6E8A-4147-A177-3AD203B41FA5}">
                      <a16:colId xmlns:a16="http://schemas.microsoft.com/office/drawing/2014/main" val="973604065"/>
                    </a:ext>
                  </a:extLst>
                </a:gridCol>
                <a:gridCol w="979654">
                  <a:extLst>
                    <a:ext uri="{9D8B030D-6E8A-4147-A177-3AD203B41FA5}">
                      <a16:colId xmlns:a16="http://schemas.microsoft.com/office/drawing/2014/main" val="3213023687"/>
                    </a:ext>
                  </a:extLst>
                </a:gridCol>
                <a:gridCol w="1534175">
                  <a:extLst>
                    <a:ext uri="{9D8B030D-6E8A-4147-A177-3AD203B41FA5}">
                      <a16:colId xmlns:a16="http://schemas.microsoft.com/office/drawing/2014/main" val="1573801705"/>
                    </a:ext>
                  </a:extLst>
                </a:gridCol>
                <a:gridCol w="1977792">
                  <a:extLst>
                    <a:ext uri="{9D8B030D-6E8A-4147-A177-3AD203B41FA5}">
                      <a16:colId xmlns:a16="http://schemas.microsoft.com/office/drawing/2014/main" val="4205196022"/>
                    </a:ext>
                  </a:extLst>
                </a:gridCol>
                <a:gridCol w="1182978">
                  <a:extLst>
                    <a:ext uri="{9D8B030D-6E8A-4147-A177-3AD203B41FA5}">
                      <a16:colId xmlns:a16="http://schemas.microsoft.com/office/drawing/2014/main" val="442115564"/>
                    </a:ext>
                  </a:extLst>
                </a:gridCol>
                <a:gridCol w="1293883">
                  <a:extLst>
                    <a:ext uri="{9D8B030D-6E8A-4147-A177-3AD203B41FA5}">
                      <a16:colId xmlns:a16="http://schemas.microsoft.com/office/drawing/2014/main" val="2402032042"/>
                    </a:ext>
                  </a:extLst>
                </a:gridCol>
                <a:gridCol w="1977792">
                  <a:extLst>
                    <a:ext uri="{9D8B030D-6E8A-4147-A177-3AD203B41FA5}">
                      <a16:colId xmlns:a16="http://schemas.microsoft.com/office/drawing/2014/main" val="4036772008"/>
                    </a:ext>
                  </a:extLst>
                </a:gridCol>
                <a:gridCol w="1663563">
                  <a:extLst>
                    <a:ext uri="{9D8B030D-6E8A-4147-A177-3AD203B41FA5}">
                      <a16:colId xmlns:a16="http://schemas.microsoft.com/office/drawing/2014/main" val="3325064118"/>
                    </a:ext>
                  </a:extLst>
                </a:gridCol>
              </a:tblGrid>
              <a:tr h="2121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S.N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Location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Hostname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Serial No.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Device Type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Rack no.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Proactive -Uptime%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JFL -Uptime 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369229"/>
                  </a:ext>
                </a:extLst>
              </a:tr>
              <a:tr h="2277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CORE-1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Q2DW-EM6A-8GPL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3262"/>
                  </a:ext>
                </a:extLst>
              </a:tr>
              <a:tr h="2277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CORE-2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Q2DW-FPMF-3AL6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367108"/>
                  </a:ext>
                </a:extLst>
              </a:tr>
              <a:tr h="2277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GF-R1-SW3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Q2EW-3S9C-VJRW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434748"/>
                  </a:ext>
                </a:extLst>
              </a:tr>
              <a:tr h="2277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1F-R1-SW4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Q2EW-5R5B-HEY9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1F-R1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065001"/>
                  </a:ext>
                </a:extLst>
              </a:tr>
              <a:tr h="2277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Q2EW-68N6-HTZ7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659807"/>
                  </a:ext>
                </a:extLst>
              </a:tr>
              <a:tr h="2277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Q2EW-78HY-BNUV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396904"/>
                  </a:ext>
                </a:extLst>
              </a:tr>
              <a:tr h="2277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Q2MW-CC67-WVEU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820819"/>
                  </a:ext>
                </a:extLst>
              </a:tr>
              <a:tr h="2277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Q2MW-CRVX-WJD3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217831"/>
                  </a:ext>
                </a:extLst>
              </a:tr>
              <a:tr h="2277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Q2MW-DSWB-43BC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446500"/>
                  </a:ext>
                </a:extLst>
              </a:tr>
              <a:tr h="2277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SIDE-PLANT1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Q2MW-DT66-3HKL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SIDE-PLANT1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534755"/>
                  </a:ext>
                </a:extLst>
              </a:tr>
              <a:tr h="2277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2F-R4-SW2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Q2QW-ARKH-HCRT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2F-R4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659480"/>
                  </a:ext>
                </a:extLst>
              </a:tr>
              <a:tr h="2277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2F-R4-SW1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Q2QW-ATN2-HDQK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2F-R4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714577"/>
                  </a:ext>
                </a:extLst>
              </a:tr>
              <a:tr h="2277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2F-R4-SW3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Q2QW-BAYV-J6K5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2F-R4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354992"/>
                  </a:ext>
                </a:extLst>
              </a:tr>
              <a:tr h="2277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GF-R5-SW3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Q2QW-BWS8-7ULR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77863"/>
                  </a:ext>
                </a:extLst>
              </a:tr>
              <a:tr h="2277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MZ-R2-SW1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Q2QW-BWVG-Y4ZU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MZ-R2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70639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47D0F9-705E-52E6-4EC8-9F2FA80E4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15">
            <a:extLst>
              <a:ext uri="{FF2B5EF4-FFF2-40B4-BE49-F238E27FC236}">
                <a16:creationId xmlns:a16="http://schemas.microsoft.com/office/drawing/2014/main" id="{482A85C6-4281-9B9D-CF21-873894841A8F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</a:t>
            </a:r>
            <a:r>
              <a:rPr lang="en-US" sz="90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</a:t>
            </a:r>
            <a:endParaRPr lang="en-US" sz="9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18D204-0E03-2400-8496-2945CDF26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070232"/>
              </p:ext>
            </p:extLst>
          </p:nvPr>
        </p:nvGraphicFramePr>
        <p:xfrm>
          <a:off x="604382" y="565786"/>
          <a:ext cx="10947539" cy="5944746"/>
        </p:xfrm>
        <a:graphic>
          <a:graphicData uri="http://schemas.openxmlformats.org/drawingml/2006/table">
            <a:tbl>
              <a:tblPr/>
              <a:tblGrid>
                <a:gridCol w="496675">
                  <a:extLst>
                    <a:ext uri="{9D8B030D-6E8A-4147-A177-3AD203B41FA5}">
                      <a16:colId xmlns:a16="http://schemas.microsoft.com/office/drawing/2014/main" val="1795150127"/>
                    </a:ext>
                  </a:extLst>
                </a:gridCol>
                <a:gridCol w="1138213">
                  <a:extLst>
                    <a:ext uri="{9D8B030D-6E8A-4147-A177-3AD203B41FA5}">
                      <a16:colId xmlns:a16="http://schemas.microsoft.com/office/drawing/2014/main" val="1821028703"/>
                    </a:ext>
                  </a:extLst>
                </a:gridCol>
                <a:gridCol w="1407245">
                  <a:extLst>
                    <a:ext uri="{9D8B030D-6E8A-4147-A177-3AD203B41FA5}">
                      <a16:colId xmlns:a16="http://schemas.microsoft.com/office/drawing/2014/main" val="2793678117"/>
                    </a:ext>
                  </a:extLst>
                </a:gridCol>
                <a:gridCol w="2255731">
                  <a:extLst>
                    <a:ext uri="{9D8B030D-6E8A-4147-A177-3AD203B41FA5}">
                      <a16:colId xmlns:a16="http://schemas.microsoft.com/office/drawing/2014/main" val="773991057"/>
                    </a:ext>
                  </a:extLst>
                </a:gridCol>
                <a:gridCol w="1345161">
                  <a:extLst>
                    <a:ext uri="{9D8B030D-6E8A-4147-A177-3AD203B41FA5}">
                      <a16:colId xmlns:a16="http://schemas.microsoft.com/office/drawing/2014/main" val="465764269"/>
                    </a:ext>
                  </a:extLst>
                </a:gridCol>
                <a:gridCol w="993349">
                  <a:extLst>
                    <a:ext uri="{9D8B030D-6E8A-4147-A177-3AD203B41FA5}">
                      <a16:colId xmlns:a16="http://schemas.microsoft.com/office/drawing/2014/main" val="3195646413"/>
                    </a:ext>
                  </a:extLst>
                </a:gridCol>
                <a:gridCol w="1821141">
                  <a:extLst>
                    <a:ext uri="{9D8B030D-6E8A-4147-A177-3AD203B41FA5}">
                      <a16:colId xmlns:a16="http://schemas.microsoft.com/office/drawing/2014/main" val="378392833"/>
                    </a:ext>
                  </a:extLst>
                </a:gridCol>
                <a:gridCol w="1490024">
                  <a:extLst>
                    <a:ext uri="{9D8B030D-6E8A-4147-A177-3AD203B41FA5}">
                      <a16:colId xmlns:a16="http://schemas.microsoft.com/office/drawing/2014/main" val="3128272666"/>
                    </a:ext>
                  </a:extLst>
                </a:gridCol>
              </a:tblGrid>
              <a:tr h="3922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S.N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Location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Hostname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Serial No.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Device Type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Rack no.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Proactive -Uptime%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JFL -Uptime 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033799"/>
                  </a:ext>
                </a:extLst>
              </a:tr>
              <a:tr h="2414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MZ-R1-SW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Q2QW-BWWB-HTLP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MZ-R1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030902"/>
                  </a:ext>
                </a:extLst>
              </a:tr>
              <a:tr h="2414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GF-R5-SW1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Q2QW-BYNP-CGVJ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23514"/>
                  </a:ext>
                </a:extLst>
              </a:tr>
              <a:tr h="2414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GF-R5-SW2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Q2QW-BZ2C-GWN7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008573"/>
                  </a:ext>
                </a:extLst>
              </a:tr>
              <a:tr h="2414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GF-ETP-SW1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Q2QW-CAJU-QVKD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GF-ETP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99.98163082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99.92151658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790997"/>
                  </a:ext>
                </a:extLst>
              </a:tr>
              <a:tr h="2414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1F-R4-SW2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Q2QW-CAKK-KNXD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1F-R4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920038"/>
                  </a:ext>
                </a:extLst>
              </a:tr>
              <a:tr h="2414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Q2QW-983F-LNQL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303939"/>
                  </a:ext>
                </a:extLst>
              </a:tr>
              <a:tr h="2414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1F-R5-SW1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Q2QW-CANP-QCYR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1F-R5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99.98606631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99.90743728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980974"/>
                  </a:ext>
                </a:extLst>
              </a:tr>
              <a:tr h="2414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Q2QW-CLPB-MZPN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905758"/>
                  </a:ext>
                </a:extLst>
              </a:tr>
              <a:tr h="2414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GF-R6-SW1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Q2QW-CLQ3-BXHC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145563"/>
                  </a:ext>
                </a:extLst>
              </a:tr>
              <a:tr h="2414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GF-R4-SW1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Q2QW-CNV8-9Q8Y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99.99200269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97.46326165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480315"/>
                  </a:ext>
                </a:extLst>
              </a:tr>
              <a:tr h="2414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GF-R3-SW3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Q2QW-CQPR-WJYV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4312562"/>
                  </a:ext>
                </a:extLst>
              </a:tr>
              <a:tr h="2414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GF-R3-SW1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Q2QW-CQR4-DPMQ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273169"/>
                  </a:ext>
                </a:extLst>
              </a:tr>
              <a:tr h="2414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1F-R5-SW2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Q2QW-CQSG-6X85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1F-R5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99.99148746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99.921819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260128"/>
                  </a:ext>
                </a:extLst>
              </a:tr>
              <a:tr h="2414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2F-R5-SW1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Q2QW-CTCG-QKDE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2F-R5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049911"/>
                  </a:ext>
                </a:extLst>
              </a:tr>
              <a:tr h="2414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GF-R2-SW1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Q2QW-CTDD-3Z86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590184"/>
                  </a:ext>
                </a:extLst>
              </a:tr>
              <a:tr h="2414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1F-R3-SW1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Q2QW-CTFE-E2WF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1F-R3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041026"/>
                  </a:ext>
                </a:extLst>
              </a:tr>
              <a:tr h="2414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1F-R4-SW1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Q2QW-CTFM-KEQZ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1F-R4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481258"/>
                  </a:ext>
                </a:extLst>
              </a:tr>
              <a:tr h="2414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1F-R3-SW2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Q2QW-CTFW-5KJ6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1F-R3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595645"/>
                  </a:ext>
                </a:extLst>
              </a:tr>
              <a:tr h="2414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GF-R3-SW2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Q2QW-CTG2-RX56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2724"/>
                  </a:ext>
                </a:extLst>
              </a:tr>
              <a:tr h="2414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2F-R5-SW2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Q2QW-CTMF-ZXMF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2F-R5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197032"/>
                  </a:ext>
                </a:extLst>
              </a:tr>
              <a:tr h="2414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GF-R4-SW3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Q2QW-D8UN-JHM7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99.99000896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92.31446013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26921"/>
                  </a:ext>
                </a:extLst>
              </a:tr>
              <a:tr h="2414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GF-R4-SW2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Q2QW-DC3Q-MPWQ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113235"/>
                  </a:ext>
                </a:extLst>
              </a:tr>
              <a:tr h="2414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1F-R5-SW4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Q2QW-EX7M-X9M6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1F-R5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99.98830645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99.91155914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360636"/>
                  </a:ext>
                </a:extLst>
              </a:tr>
            </a:tbl>
          </a:graphicData>
        </a:graphic>
      </p:graphicFrame>
      <p:sp>
        <p:nvSpPr>
          <p:cNvPr id="6" name="Text 0">
            <a:extLst>
              <a:ext uri="{FF2B5EF4-FFF2-40B4-BE49-F238E27FC236}">
                <a16:creationId xmlns:a16="http://schemas.microsoft.com/office/drawing/2014/main" id="{75D9882B-203F-A744-8E30-3D57630478C8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</a:t>
            </a: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74877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FC07F8-4380-22C2-4953-DD6187DC9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15">
            <a:extLst>
              <a:ext uri="{FF2B5EF4-FFF2-40B4-BE49-F238E27FC236}">
                <a16:creationId xmlns:a16="http://schemas.microsoft.com/office/drawing/2014/main" id="{1229F65E-1C02-27A9-08FE-C5F1B6E0ED86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</a:t>
            </a:r>
            <a:r>
              <a:rPr lang="en-US" sz="90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</a:t>
            </a:r>
            <a:endParaRPr lang="en-US" sz="9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385B9FD-FB4E-CD96-8316-5377A5EA1C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848000"/>
              </p:ext>
            </p:extLst>
          </p:nvPr>
        </p:nvGraphicFramePr>
        <p:xfrm>
          <a:off x="457200" y="589280"/>
          <a:ext cx="11028141" cy="5760720"/>
        </p:xfrm>
        <a:graphic>
          <a:graphicData uri="http://schemas.openxmlformats.org/drawingml/2006/table">
            <a:tbl>
              <a:tblPr/>
              <a:tblGrid>
                <a:gridCol w="463529">
                  <a:extLst>
                    <a:ext uri="{9D8B030D-6E8A-4147-A177-3AD203B41FA5}">
                      <a16:colId xmlns:a16="http://schemas.microsoft.com/office/drawing/2014/main" val="4070504054"/>
                    </a:ext>
                  </a:extLst>
                </a:gridCol>
                <a:gridCol w="1062255">
                  <a:extLst>
                    <a:ext uri="{9D8B030D-6E8A-4147-A177-3AD203B41FA5}">
                      <a16:colId xmlns:a16="http://schemas.microsoft.com/office/drawing/2014/main" val="1375073051"/>
                    </a:ext>
                  </a:extLst>
                </a:gridCol>
                <a:gridCol w="1641667">
                  <a:extLst>
                    <a:ext uri="{9D8B030D-6E8A-4147-A177-3AD203B41FA5}">
                      <a16:colId xmlns:a16="http://schemas.microsoft.com/office/drawing/2014/main" val="328413139"/>
                    </a:ext>
                  </a:extLst>
                </a:gridCol>
                <a:gridCol w="2124510">
                  <a:extLst>
                    <a:ext uri="{9D8B030D-6E8A-4147-A177-3AD203B41FA5}">
                      <a16:colId xmlns:a16="http://schemas.microsoft.com/office/drawing/2014/main" val="167995503"/>
                    </a:ext>
                  </a:extLst>
                </a:gridCol>
                <a:gridCol w="1255393">
                  <a:extLst>
                    <a:ext uri="{9D8B030D-6E8A-4147-A177-3AD203B41FA5}">
                      <a16:colId xmlns:a16="http://schemas.microsoft.com/office/drawing/2014/main" val="1225604809"/>
                    </a:ext>
                  </a:extLst>
                </a:gridCol>
                <a:gridCol w="1390589">
                  <a:extLst>
                    <a:ext uri="{9D8B030D-6E8A-4147-A177-3AD203B41FA5}">
                      <a16:colId xmlns:a16="http://schemas.microsoft.com/office/drawing/2014/main" val="281683103"/>
                    </a:ext>
                  </a:extLst>
                </a:gridCol>
                <a:gridCol w="1699609">
                  <a:extLst>
                    <a:ext uri="{9D8B030D-6E8A-4147-A177-3AD203B41FA5}">
                      <a16:colId xmlns:a16="http://schemas.microsoft.com/office/drawing/2014/main" val="3630678623"/>
                    </a:ext>
                  </a:extLst>
                </a:gridCol>
                <a:gridCol w="1390589">
                  <a:extLst>
                    <a:ext uri="{9D8B030D-6E8A-4147-A177-3AD203B41FA5}">
                      <a16:colId xmlns:a16="http://schemas.microsoft.com/office/drawing/2014/main" val="237797335"/>
                    </a:ext>
                  </a:extLst>
                </a:gridCol>
              </a:tblGrid>
              <a:tr h="3365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S.N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Location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Hostname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Serial No.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Device Type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Rack no.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Proactive -Uptime%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JFL -Uptime 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558049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GF-R2-SW2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Q2QW-CAKR-LDFB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88812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1F-R2-SW1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Q2QW-EXJY-SE64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1F-R2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341353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GF-UTILITY-SW1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Q2QW-EXXK-QDZ3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GF-UTILITY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834593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HEALTHCARE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Q2QW-EY63-C2SF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HEALTHCARE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99.97670251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99.96666667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857332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Q2QW-EY8T-HNGL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73775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2F-R2-SW2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Q2QW-FB9E-UCQL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2F-R2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311346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SEC-CAB-SW2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Q2QW-FCH3-EMVG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SEC-CAB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372888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SEC-CAB-SW1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Q2QW-FCJL-LJS8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SEC-CAB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053026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Q2QW-FGVW-W6XW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731985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1F-R5-SW3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Q2QW-GPBW-SLG9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1F-R5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99.98875448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99.91778674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185685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Q2QW-GPCV-Z8W9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199959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GF-R6-SW2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Q2QW-GUDX-25NY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795462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GF-UTILITY-SW2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Q2QW-GVT2-QANK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GF-UTILITY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588917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GF-R2-SW3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Q2QW-H6CN-W8LR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7758441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2F-R1-SW1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Q2ZP-A3JU-5GR5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2F-R1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031071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1F-R1-SW3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Q2ZP-AP5E-Z83L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1F-R1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605572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Q2ZP-AVUV-W7QU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584764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2F-R1-SW2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Q2ZP-AYJY-GU4V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2F-R1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029763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GF-R1-SW2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Q2ZP-AZ5F-V97Y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0350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1F-R1-SW1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Q2ZP-D2D2-VFQK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1F-R1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1991780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1F-R1-SW2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Q2ZP-D47G-NGKY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1F-R1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916740"/>
                  </a:ext>
                </a:extLst>
              </a:tr>
              <a:tr h="246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GF-R1-SW1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Q2ZP-D487-83QR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GF-R1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091315"/>
                  </a:ext>
                </a:extLst>
              </a:tr>
            </a:tbl>
          </a:graphicData>
        </a:graphic>
      </p:graphicFrame>
      <p:sp>
        <p:nvSpPr>
          <p:cNvPr id="3" name="Text 0">
            <a:extLst>
              <a:ext uri="{FF2B5EF4-FFF2-40B4-BE49-F238E27FC236}">
                <a16:creationId xmlns:a16="http://schemas.microsoft.com/office/drawing/2014/main" id="{9A4620A9-5D18-818E-8D82-EAFE481ED0F8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</a:t>
            </a: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4316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13C6D0-363F-F40C-0475-FC62BE660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06A77069-0878-D3F3-1C96-3601AA5061D2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Noida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3BB2093-96DE-ED59-C59F-1EB74A04B2D5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3AD2508-1954-D7AA-3619-B809042F6F9B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D02F1C2-5DDB-0CEA-D71F-6F7A3E7C0C15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99.97%</a:t>
            </a: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2043396-A74D-879D-D330-F9AA9DED5303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76FF872-2776-A23D-D335-C73DDDCF6724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0FF933C-B269-EB07-2323-EE0B1F944683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47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EFB9319-4946-B7C0-A968-70DC45715F38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8E8D08F-B993-88EB-72BB-293D2529256B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</a:t>
            </a:r>
            <a:r>
              <a:rPr lang="en-US" sz="90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</a:t>
            </a:r>
            <a:endParaRPr lang="en-US" sz="9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EB434918-8D2F-6BB7-738F-89EB1EF7C208}"/>
              </a:ext>
            </a:extLst>
          </p:cNvPr>
          <p:cNvSpPr/>
          <p:nvPr/>
        </p:nvSpPr>
        <p:spPr>
          <a:xfrm>
            <a:off x="6146292" y="1430325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ptos Narrow" panose="020B0004020202020204" pitchFamily="34" charset="0"/>
              </a:rPr>
              <a:t>Others</a:t>
            </a:r>
            <a:br>
              <a:rPr lang="en-IN" b="1" dirty="0"/>
            </a:br>
            <a:endParaRPr lang="en-IN" b="1" dirty="0"/>
          </a:p>
          <a:p>
            <a:r>
              <a:rPr lang="en-IN" sz="1100" dirty="0"/>
              <a:t>Primary RCA Driver</a:t>
            </a:r>
            <a:endParaRPr lang="en-IN" dirty="0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B2A27A53-F07C-7254-E05B-C6319B1669F1}"/>
              </a:ext>
            </a:extLst>
          </p:cNvPr>
          <p:cNvSpPr/>
          <p:nvPr/>
        </p:nvSpPr>
        <p:spPr>
          <a:xfrm>
            <a:off x="9041130" y="1430325"/>
            <a:ext cx="2478277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r>
              <a:rPr lang="en-IN" b="1" dirty="0"/>
              <a:t>45</a:t>
            </a:r>
            <a:br>
              <a:rPr lang="en-IN" dirty="0"/>
            </a:br>
            <a:br>
              <a:rPr lang="en-IN" dirty="0"/>
            </a:br>
            <a:r>
              <a:rPr lang="en-IN" sz="1100" dirty="0"/>
              <a:t>Switch at 100% uptime</a:t>
            </a:r>
            <a:endParaRPr lang="en-IN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74A185A-4F04-4375-0C4E-00C6A4313B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757347"/>
              </p:ext>
            </p:extLst>
          </p:nvPr>
        </p:nvGraphicFramePr>
        <p:xfrm>
          <a:off x="502919" y="2722473"/>
          <a:ext cx="11016487" cy="3637689"/>
        </p:xfrm>
        <a:graphic>
          <a:graphicData uri="http://schemas.openxmlformats.org/drawingml/2006/table">
            <a:tbl>
              <a:tblPr/>
              <a:tblGrid>
                <a:gridCol w="366199">
                  <a:extLst>
                    <a:ext uri="{9D8B030D-6E8A-4147-A177-3AD203B41FA5}">
                      <a16:colId xmlns:a16="http://schemas.microsoft.com/office/drawing/2014/main" val="2934769710"/>
                    </a:ext>
                  </a:extLst>
                </a:gridCol>
                <a:gridCol w="1129114">
                  <a:extLst>
                    <a:ext uri="{9D8B030D-6E8A-4147-A177-3AD203B41FA5}">
                      <a16:colId xmlns:a16="http://schemas.microsoft.com/office/drawing/2014/main" val="1943414525"/>
                    </a:ext>
                  </a:extLst>
                </a:gridCol>
                <a:gridCol w="2365035">
                  <a:extLst>
                    <a:ext uri="{9D8B030D-6E8A-4147-A177-3AD203B41FA5}">
                      <a16:colId xmlns:a16="http://schemas.microsoft.com/office/drawing/2014/main" val="159028938"/>
                    </a:ext>
                  </a:extLst>
                </a:gridCol>
                <a:gridCol w="1510571">
                  <a:extLst>
                    <a:ext uri="{9D8B030D-6E8A-4147-A177-3AD203B41FA5}">
                      <a16:colId xmlns:a16="http://schemas.microsoft.com/office/drawing/2014/main" val="2952402380"/>
                    </a:ext>
                  </a:extLst>
                </a:gridCol>
                <a:gridCol w="991789">
                  <a:extLst>
                    <a:ext uri="{9D8B030D-6E8A-4147-A177-3AD203B41FA5}">
                      <a16:colId xmlns:a16="http://schemas.microsoft.com/office/drawing/2014/main" val="3260471478"/>
                    </a:ext>
                  </a:extLst>
                </a:gridCol>
                <a:gridCol w="2212452">
                  <a:extLst>
                    <a:ext uri="{9D8B030D-6E8A-4147-A177-3AD203B41FA5}">
                      <a16:colId xmlns:a16="http://schemas.microsoft.com/office/drawing/2014/main" val="889990247"/>
                    </a:ext>
                  </a:extLst>
                </a:gridCol>
                <a:gridCol w="1342730">
                  <a:extLst>
                    <a:ext uri="{9D8B030D-6E8A-4147-A177-3AD203B41FA5}">
                      <a16:colId xmlns:a16="http://schemas.microsoft.com/office/drawing/2014/main" val="2080872888"/>
                    </a:ext>
                  </a:extLst>
                </a:gridCol>
                <a:gridCol w="1098597">
                  <a:extLst>
                    <a:ext uri="{9D8B030D-6E8A-4147-A177-3AD203B41FA5}">
                      <a16:colId xmlns:a16="http://schemas.microsoft.com/office/drawing/2014/main" val="3536188093"/>
                    </a:ext>
                  </a:extLst>
                </a:gridCol>
              </a:tblGrid>
              <a:tr h="4372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S.N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Location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Hostname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Serial No.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Device Type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Rack no.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Proactive -Uptime%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JFL -Uptime 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458861"/>
                  </a:ext>
                </a:extLst>
              </a:tr>
              <a:tr h="2256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JFL-GNSC-CORE-SW-ST-01 [2]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Q5TN-DGC5-M8QZ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136896"/>
                  </a:ext>
                </a:extLst>
              </a:tr>
              <a:tr h="2256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JFL-GNSC-CORE-SW-ST-01 [1]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Q5TN-NF5F-N32X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342523"/>
                  </a:ext>
                </a:extLst>
              </a:tr>
              <a:tr h="2256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JFL-GNSC-TR-AC-SW-01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FJC29021TWN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JFL-GNSC-TR-AC-SW-01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99.97728495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96.83943772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260863"/>
                  </a:ext>
                </a:extLst>
              </a:tr>
              <a:tr h="2256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JFL-GNSC-BP-AC-SW-01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FJC290222AL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JFL-GNSC-BP-AC-SW-01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515128"/>
                  </a:ext>
                </a:extLst>
              </a:tr>
              <a:tr h="2256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JFL-GNSC-TP-AC-SW-01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FJC290222SV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JFL-GNSC-TP-AC-SW-01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551393"/>
                  </a:ext>
                </a:extLst>
              </a:tr>
              <a:tr h="2256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JFL-GNSC-LT-AC-SW-01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FJC29021TTW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JFL-GNSC-LT-AC-SW-01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721518"/>
                  </a:ext>
                </a:extLst>
              </a:tr>
              <a:tr h="2256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JFL-GNSC-PO-AC-SW-01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FJC29021TPQ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JFL-GNSC-PO-AC-SW-01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526926"/>
                  </a:ext>
                </a:extLst>
              </a:tr>
              <a:tr h="2256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JFL-GNSC-RE-AC-SW-01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FJC29021TNP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JFL-GNSC-RE-AC-SW-01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484066"/>
                  </a:ext>
                </a:extLst>
              </a:tr>
              <a:tr h="2256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JFL-GNSC-NCK-AC-SW-02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FVH2914L0JY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JFL-GNSC-NCK-AC-SW-02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003744"/>
                  </a:ext>
                </a:extLst>
              </a:tr>
              <a:tr h="2256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JFL-GNSC-GF-AC-SW-03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FVH2914L0BV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JFL-GNSC-GF-AC-SW-03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386261"/>
                  </a:ext>
                </a:extLst>
              </a:tr>
              <a:tr h="2256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JFL-GNSC-DA-AC-SW-03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FVH2914L0QD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JFL-GNSC-DA-AC-SW-03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616105"/>
                  </a:ext>
                </a:extLst>
              </a:tr>
              <a:tr h="2256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JFL-GNSC-CLC-SW-03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FVH2913LEGS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JFL-GNSC-CLC-SW-03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212579"/>
                  </a:ext>
                </a:extLst>
              </a:tr>
              <a:tr h="2256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JFL-GNSC-RO-SW01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FVH2914L08Y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JFL-GNSC-RO-SW01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87844"/>
                  </a:ext>
                </a:extLst>
              </a:tr>
              <a:tr h="2256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JFL-GNSC-CK-AC-SW-02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FVH2908LAPT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JFL-GNSC-CK-AC-SW-02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240484"/>
                  </a:ext>
                </a:extLst>
              </a:tr>
            </a:tbl>
          </a:graphicData>
        </a:graphic>
      </p:graphicFrame>
      <p:sp>
        <p:nvSpPr>
          <p:cNvPr id="13" name="Text 0">
            <a:extLst>
              <a:ext uri="{FF2B5EF4-FFF2-40B4-BE49-F238E27FC236}">
                <a16:creationId xmlns:a16="http://schemas.microsoft.com/office/drawing/2014/main" id="{59A1E8FA-1524-4280-611C-27DF53E50E7D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</a:t>
            </a: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99194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35C0E4-A464-828E-23BE-B45C4D104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15">
            <a:extLst>
              <a:ext uri="{FF2B5EF4-FFF2-40B4-BE49-F238E27FC236}">
                <a16:creationId xmlns:a16="http://schemas.microsoft.com/office/drawing/2014/main" id="{B1B414B5-ADA6-16C4-8567-E3F56C9DD9C2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</a:t>
            </a:r>
            <a:r>
              <a:rPr lang="en-US" sz="90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</a:t>
            </a:r>
            <a:endParaRPr lang="en-US" sz="9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C1C4ADD-1467-F213-E8D1-D2CE7AB90F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816545"/>
              </p:ext>
            </p:extLst>
          </p:nvPr>
        </p:nvGraphicFramePr>
        <p:xfrm>
          <a:off x="581929" y="444417"/>
          <a:ext cx="11028141" cy="5969166"/>
        </p:xfrm>
        <a:graphic>
          <a:graphicData uri="http://schemas.openxmlformats.org/drawingml/2006/table">
            <a:tbl>
              <a:tblPr/>
              <a:tblGrid>
                <a:gridCol w="463529">
                  <a:extLst>
                    <a:ext uri="{9D8B030D-6E8A-4147-A177-3AD203B41FA5}">
                      <a16:colId xmlns:a16="http://schemas.microsoft.com/office/drawing/2014/main" val="3989719479"/>
                    </a:ext>
                  </a:extLst>
                </a:gridCol>
                <a:gridCol w="1062255">
                  <a:extLst>
                    <a:ext uri="{9D8B030D-6E8A-4147-A177-3AD203B41FA5}">
                      <a16:colId xmlns:a16="http://schemas.microsoft.com/office/drawing/2014/main" val="3488309732"/>
                    </a:ext>
                  </a:extLst>
                </a:gridCol>
                <a:gridCol w="1641667">
                  <a:extLst>
                    <a:ext uri="{9D8B030D-6E8A-4147-A177-3AD203B41FA5}">
                      <a16:colId xmlns:a16="http://schemas.microsoft.com/office/drawing/2014/main" val="677668872"/>
                    </a:ext>
                  </a:extLst>
                </a:gridCol>
                <a:gridCol w="2124510">
                  <a:extLst>
                    <a:ext uri="{9D8B030D-6E8A-4147-A177-3AD203B41FA5}">
                      <a16:colId xmlns:a16="http://schemas.microsoft.com/office/drawing/2014/main" val="2240552178"/>
                    </a:ext>
                  </a:extLst>
                </a:gridCol>
                <a:gridCol w="1255393">
                  <a:extLst>
                    <a:ext uri="{9D8B030D-6E8A-4147-A177-3AD203B41FA5}">
                      <a16:colId xmlns:a16="http://schemas.microsoft.com/office/drawing/2014/main" val="2468844115"/>
                    </a:ext>
                  </a:extLst>
                </a:gridCol>
                <a:gridCol w="1390589">
                  <a:extLst>
                    <a:ext uri="{9D8B030D-6E8A-4147-A177-3AD203B41FA5}">
                      <a16:colId xmlns:a16="http://schemas.microsoft.com/office/drawing/2014/main" val="1457512586"/>
                    </a:ext>
                  </a:extLst>
                </a:gridCol>
                <a:gridCol w="1699609">
                  <a:extLst>
                    <a:ext uri="{9D8B030D-6E8A-4147-A177-3AD203B41FA5}">
                      <a16:colId xmlns:a16="http://schemas.microsoft.com/office/drawing/2014/main" val="1398105715"/>
                    </a:ext>
                  </a:extLst>
                </a:gridCol>
                <a:gridCol w="1390589">
                  <a:extLst>
                    <a:ext uri="{9D8B030D-6E8A-4147-A177-3AD203B41FA5}">
                      <a16:colId xmlns:a16="http://schemas.microsoft.com/office/drawing/2014/main" val="3912195018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S.N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Location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Hostname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Serial No.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Device Type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Rack no.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Proactive -Uptime%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JFL -Uptime %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795285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JFL-GNMC-2F-AC-ST-01 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FCW2110B28C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JFL-GNMC-2F-AC-ST-01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117404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FCW2110B27F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JFL-GNMC-2F-AC-ST-01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075989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FOC2113V20F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JFL-GNMC-2F-AC-ST-01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191989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JFL-GNMC-TR-AV-SW-01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FOC2113S2LY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JFL-GNMC-TR-AV-SW-01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313262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JFL-GNMC-3F-AC-ST-01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FOC2113S2MD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JFL-GNMC-3F-AC-ST-01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13296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JFL-GNMC-1F-LB-AC-SW-01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FCW2110B27A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JFL-GNMC-1F-LB-AC-SW-01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55120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JFL-GNMC-GF-AC-ST-01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FCW2110B25A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JFL-GNMC-GF-AC-ST-01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129460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FOC2113S2M3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JFL-GNMC-GF-AC-ST-01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769060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JFL-GNMC-EG-AC-ST-01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FOC2218T3Z8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JFL-GNMC-EG-AC-ST-01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627673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FCW2126A4XT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JFL-GNMC-EG-AC-ST-01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270340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JFL-GNMC-ER-AC-SW-01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FOC2536Y0JD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JFL-GNMC-ER-AC-SW-01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401779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26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JFL-GNMC-CLC-AC-SW-01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FOC2646YCX2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JFL-GNMC-CLC-AC-SW-01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72196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JFL-GNMC-CLC-AC-SW-02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FCW2111E0AU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JFL-GNMC-CLC-AC-SW-02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817625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28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JFL-GNMC-MR-AC-SW-01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FOC2113V20D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JFL-GNMC-MR-AC-SW-01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36314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JFL-GNMC-MR-AC-SW-03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FCW2038B1H6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JFL-GNMC-MR-AC-SW-03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689732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JFL-GNMC-NCK-SW-02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FCW2222B4KE 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JFL-GNMC-NCK-SW-02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99.92204301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78.22211022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876346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JFL-GNMC-DA-AC-ST-01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FCW2112A20E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JFL-GNMC-DA-AC-ST-01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7563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FCW2110B27U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JFL-GNMC-DA-AC-ST-01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102667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JFL-GNMC-CK-AC-SW-01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FCW2211B365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JFL-GNMC-CK-AC-SW-01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797045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34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JFL-GNMC-SR-AC-SW-01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FCW2113E10E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JFL-GNMC-SR-AC-SW-01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941934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35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JFL-GNMC-EG-AC-SW-01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JIN2117106B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JFL-GNMC-EG-AC-SW-01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350201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36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JFL-GNMC-LT-AC-SW-01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FOC2039V1JW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JFL-GNMC-LT-AC-SW-01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83868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FOC2017S0QN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248228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38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FCW2218B4Z2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067284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39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FCW2303A6BS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536881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FOC2441L0ET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650688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Detail not found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FCW2646YCXZ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691284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42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Detail not found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FCW2116A4SD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826431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43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Detail not found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FOC2646YCXZ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660873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44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JFL-GNMC-DA-AC-SW-01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FCW2010A2G1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JFL-GNMC-DA-AC-SW-01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06373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45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JFL-GNMC-MR-AC-SW-02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FCW2108E1DF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Not Cover with us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346219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46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JFL-GNMC-CCTV-AC-SW-01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FOC1241W46C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Not Cover with us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501217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47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FOC1449Z2PN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Not Cover with us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3175" marB="3175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223855"/>
                  </a:ext>
                </a:extLst>
              </a:tr>
            </a:tbl>
          </a:graphicData>
        </a:graphic>
      </p:graphicFrame>
      <p:sp>
        <p:nvSpPr>
          <p:cNvPr id="4" name="Text 0">
            <a:extLst>
              <a:ext uri="{FF2B5EF4-FFF2-40B4-BE49-F238E27FC236}">
                <a16:creationId xmlns:a16="http://schemas.microsoft.com/office/drawing/2014/main" id="{856C186A-B6C9-C999-DDD6-526C2A3F9F8F}"/>
              </a:ext>
            </a:extLst>
          </p:cNvPr>
          <p:cNvSpPr/>
          <p:nvPr/>
        </p:nvSpPr>
        <p:spPr>
          <a:xfrm>
            <a:off x="457200" y="170097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</a:t>
            </a: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55685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BED117-B7F5-85EB-1F69-C09C61E37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A0C37F3-C3AA-1F23-D486-43C404A00008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Guwahati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C9F9607-EEFD-B689-DBFE-10F528E79721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62E5134-D633-C058-38B2-D1C952F38287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79AF197-A1F7-17E7-8205-931C8EF2C708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99.99%</a:t>
            </a: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F45C590-2867-523E-7A98-9A07A966BEEA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7EEF93D-99F7-D069-7282-00E14DFD6942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A257E9B-15FF-852F-7FA6-7A480DF1D374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0E2BC78-297E-EFC8-7202-88549C33F681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72D6DF73-5CF3-2B6C-F36F-B79E0C1667F9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</a:t>
            </a:r>
            <a:r>
              <a:rPr lang="en-US" sz="90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</a:t>
            </a:r>
            <a:endParaRPr lang="en-US" sz="9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1D70BA52-234C-EE3E-3CDE-0F2390F8785D}"/>
              </a:ext>
            </a:extLst>
          </p:cNvPr>
          <p:cNvSpPr/>
          <p:nvPr/>
        </p:nvSpPr>
        <p:spPr>
          <a:xfrm>
            <a:off x="6146292" y="1430325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r>
              <a:rPr lang="en-IN" b="1" dirty="0"/>
              <a:t>Device Power Issue</a:t>
            </a:r>
            <a:br>
              <a:rPr lang="en-IN" dirty="0"/>
            </a:br>
            <a:br>
              <a:rPr lang="en-IN" dirty="0"/>
            </a:br>
            <a:r>
              <a:rPr lang="en-IN" sz="1100" dirty="0"/>
              <a:t>Primary RCA Driver</a:t>
            </a:r>
            <a:endParaRPr lang="en-IN" dirty="0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8944C917-3106-115F-4AB5-958C48D7CEC3}"/>
              </a:ext>
            </a:extLst>
          </p:cNvPr>
          <p:cNvSpPr/>
          <p:nvPr/>
        </p:nvSpPr>
        <p:spPr>
          <a:xfrm>
            <a:off x="9041130" y="1430325"/>
            <a:ext cx="2478277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r>
              <a:rPr lang="en-US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1</a:t>
            </a:r>
            <a:br>
              <a:rPr lang="en-IN" dirty="0"/>
            </a:br>
            <a:br>
              <a:rPr lang="en-IN" dirty="0"/>
            </a:br>
            <a:r>
              <a:rPr lang="en-IN" sz="1100" dirty="0"/>
              <a:t>Switch at 100% uptime</a:t>
            </a:r>
            <a:endParaRPr lang="en-IN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C92B0F8-CBA1-9EE4-22A2-DF9C8B6642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934177"/>
              </p:ext>
            </p:extLst>
          </p:nvPr>
        </p:nvGraphicFramePr>
        <p:xfrm>
          <a:off x="506729" y="2699308"/>
          <a:ext cx="11012676" cy="1283412"/>
        </p:xfrm>
        <a:graphic>
          <a:graphicData uri="http://schemas.openxmlformats.org/drawingml/2006/table">
            <a:tbl>
              <a:tblPr/>
              <a:tblGrid>
                <a:gridCol w="393310">
                  <a:extLst>
                    <a:ext uri="{9D8B030D-6E8A-4147-A177-3AD203B41FA5}">
                      <a16:colId xmlns:a16="http://schemas.microsoft.com/office/drawing/2014/main" val="1566159464"/>
                    </a:ext>
                  </a:extLst>
                </a:gridCol>
                <a:gridCol w="852171">
                  <a:extLst>
                    <a:ext uri="{9D8B030D-6E8A-4147-A177-3AD203B41FA5}">
                      <a16:colId xmlns:a16="http://schemas.microsoft.com/office/drawing/2014/main" val="3301059215"/>
                    </a:ext>
                  </a:extLst>
                </a:gridCol>
                <a:gridCol w="1982937">
                  <a:extLst>
                    <a:ext uri="{9D8B030D-6E8A-4147-A177-3AD203B41FA5}">
                      <a16:colId xmlns:a16="http://schemas.microsoft.com/office/drawing/2014/main" val="3605770257"/>
                    </a:ext>
                  </a:extLst>
                </a:gridCol>
                <a:gridCol w="1622403">
                  <a:extLst>
                    <a:ext uri="{9D8B030D-6E8A-4147-A177-3AD203B41FA5}">
                      <a16:colId xmlns:a16="http://schemas.microsoft.com/office/drawing/2014/main" val="3899399918"/>
                    </a:ext>
                  </a:extLst>
                </a:gridCol>
                <a:gridCol w="1065214">
                  <a:extLst>
                    <a:ext uri="{9D8B030D-6E8A-4147-A177-3AD203B41FA5}">
                      <a16:colId xmlns:a16="http://schemas.microsoft.com/office/drawing/2014/main" val="1440149128"/>
                    </a:ext>
                  </a:extLst>
                </a:gridCol>
                <a:gridCol w="786620">
                  <a:extLst>
                    <a:ext uri="{9D8B030D-6E8A-4147-A177-3AD203B41FA5}">
                      <a16:colId xmlns:a16="http://schemas.microsoft.com/office/drawing/2014/main" val="2497753774"/>
                    </a:ext>
                  </a:extLst>
                </a:gridCol>
                <a:gridCol w="1917386">
                  <a:extLst>
                    <a:ext uri="{9D8B030D-6E8A-4147-A177-3AD203B41FA5}">
                      <a16:colId xmlns:a16="http://schemas.microsoft.com/office/drawing/2014/main" val="2178045320"/>
                    </a:ext>
                  </a:extLst>
                </a:gridCol>
                <a:gridCol w="2392635">
                  <a:extLst>
                    <a:ext uri="{9D8B030D-6E8A-4147-A177-3AD203B41FA5}">
                      <a16:colId xmlns:a16="http://schemas.microsoft.com/office/drawing/2014/main" val="1236267220"/>
                    </a:ext>
                  </a:extLst>
                </a:gridCol>
              </a:tblGrid>
              <a:tr h="4278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S.N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Location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Hostname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Serial No.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Device Type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Rack no.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Proactive -Uptime%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JFL -Uptime 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211011"/>
                  </a:ext>
                </a:extLst>
              </a:tr>
              <a:tr h="4278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Guwahati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JFL-Guwahati-CORE-02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Q5JG-AQNW-P9FB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733479"/>
                  </a:ext>
                </a:extLst>
              </a:tr>
              <a:tr h="4278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Guwahati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JFL-Guwahati-CORE-01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Q5JG-ECTW-5MN7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99.99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97.03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744351"/>
                  </a:ext>
                </a:extLst>
              </a:tr>
            </a:tbl>
          </a:graphicData>
        </a:graphic>
      </p:graphicFrame>
      <p:sp>
        <p:nvSpPr>
          <p:cNvPr id="13" name="Text 0">
            <a:extLst>
              <a:ext uri="{FF2B5EF4-FFF2-40B4-BE49-F238E27FC236}">
                <a16:creationId xmlns:a16="http://schemas.microsoft.com/office/drawing/2014/main" id="{F04E253C-CBF4-3075-364C-FB49BBB0BD50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</a:t>
            </a: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81279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AA3A8F-5747-40A4-2D01-AABA7148C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2DB9CBB-7580-2728-1CC2-A9FF1BF3EF36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</a:t>
            </a: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BA50421-AD7D-8FBB-0E7C-623EC7B31D1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Mohali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441707C-36DC-65DA-5402-3D869315257F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D3DC29E-8E94-A1D5-E9B5-86175CD73CA5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D4BC01C-981B-9A30-ADAA-35B2B2FF9EA4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3F42812-E581-796C-1A90-A12CFF991310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1E500BD-EECC-D596-EFD8-D9380CEAD8DE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DF9CF19-647E-32D7-1762-933814462AFA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A59B368-727E-0440-2476-B0FE3BCB4A1A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867923F3-1913-027B-F4E6-7327475C9E04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</a:t>
            </a:r>
            <a:r>
              <a:rPr lang="en-US" sz="90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</a:t>
            </a:r>
            <a:endParaRPr lang="en-US" sz="9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D7B7FDD6-3377-19A0-1046-4596716A7058}"/>
              </a:ext>
            </a:extLst>
          </p:cNvPr>
          <p:cNvSpPr/>
          <p:nvPr/>
        </p:nvSpPr>
        <p:spPr>
          <a:xfrm>
            <a:off x="6146292" y="1430325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r>
              <a:rPr lang="en-IN" dirty="0"/>
              <a:t>Na</a:t>
            </a:r>
          </a:p>
          <a:p>
            <a:br>
              <a:rPr lang="en-IN" dirty="0"/>
            </a:br>
            <a:r>
              <a:rPr lang="en-IN" sz="1100" dirty="0"/>
              <a:t>Primary RCA Driver</a:t>
            </a:r>
            <a:endParaRPr lang="en-IN" dirty="0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D6A7B6FE-D9BD-4F6B-F799-44B25222B49E}"/>
              </a:ext>
            </a:extLst>
          </p:cNvPr>
          <p:cNvSpPr/>
          <p:nvPr/>
        </p:nvSpPr>
        <p:spPr>
          <a:xfrm>
            <a:off x="9041130" y="1430325"/>
            <a:ext cx="2478277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r>
              <a:rPr lang="en-IN" b="1" dirty="0"/>
              <a:t>4</a:t>
            </a:r>
            <a:br>
              <a:rPr lang="en-IN" dirty="0"/>
            </a:br>
            <a:br>
              <a:rPr lang="en-IN" dirty="0"/>
            </a:br>
            <a:r>
              <a:rPr lang="en-IN" sz="1100" dirty="0"/>
              <a:t>Switch at 100% uptime</a:t>
            </a:r>
            <a:endParaRPr lang="en-IN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F005FB8-5543-EB89-0282-F745AB1161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655480"/>
              </p:ext>
            </p:extLst>
          </p:nvPr>
        </p:nvGraphicFramePr>
        <p:xfrm>
          <a:off x="502919" y="2691465"/>
          <a:ext cx="11016488" cy="1697655"/>
        </p:xfrm>
        <a:graphic>
          <a:graphicData uri="http://schemas.openxmlformats.org/drawingml/2006/table">
            <a:tbl>
              <a:tblPr/>
              <a:tblGrid>
                <a:gridCol w="362186">
                  <a:extLst>
                    <a:ext uri="{9D8B030D-6E8A-4147-A177-3AD203B41FA5}">
                      <a16:colId xmlns:a16="http://schemas.microsoft.com/office/drawing/2014/main" val="1029018581"/>
                    </a:ext>
                  </a:extLst>
                </a:gridCol>
                <a:gridCol w="739463">
                  <a:extLst>
                    <a:ext uri="{9D8B030D-6E8A-4147-A177-3AD203B41FA5}">
                      <a16:colId xmlns:a16="http://schemas.microsoft.com/office/drawing/2014/main" val="3262080934"/>
                    </a:ext>
                  </a:extLst>
                </a:gridCol>
                <a:gridCol w="3214400">
                  <a:extLst>
                    <a:ext uri="{9D8B030D-6E8A-4147-A177-3AD203B41FA5}">
                      <a16:colId xmlns:a16="http://schemas.microsoft.com/office/drawing/2014/main" val="783505699"/>
                    </a:ext>
                  </a:extLst>
                </a:gridCol>
                <a:gridCol w="1463835">
                  <a:extLst>
                    <a:ext uri="{9D8B030D-6E8A-4147-A177-3AD203B41FA5}">
                      <a16:colId xmlns:a16="http://schemas.microsoft.com/office/drawing/2014/main" val="3197922974"/>
                    </a:ext>
                  </a:extLst>
                </a:gridCol>
                <a:gridCol w="980920">
                  <a:extLst>
                    <a:ext uri="{9D8B030D-6E8A-4147-A177-3AD203B41FA5}">
                      <a16:colId xmlns:a16="http://schemas.microsoft.com/office/drawing/2014/main" val="968153430"/>
                    </a:ext>
                  </a:extLst>
                </a:gridCol>
                <a:gridCol w="1494017">
                  <a:extLst>
                    <a:ext uri="{9D8B030D-6E8A-4147-A177-3AD203B41FA5}">
                      <a16:colId xmlns:a16="http://schemas.microsoft.com/office/drawing/2014/main" val="391681473"/>
                    </a:ext>
                  </a:extLst>
                </a:gridCol>
                <a:gridCol w="1614745">
                  <a:extLst>
                    <a:ext uri="{9D8B030D-6E8A-4147-A177-3AD203B41FA5}">
                      <a16:colId xmlns:a16="http://schemas.microsoft.com/office/drawing/2014/main" val="568948530"/>
                    </a:ext>
                  </a:extLst>
                </a:gridCol>
                <a:gridCol w="1146922">
                  <a:extLst>
                    <a:ext uri="{9D8B030D-6E8A-4147-A177-3AD203B41FA5}">
                      <a16:colId xmlns:a16="http://schemas.microsoft.com/office/drawing/2014/main" val="3182564154"/>
                    </a:ext>
                  </a:extLst>
                </a:gridCol>
              </a:tblGrid>
              <a:tr h="3395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S.N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Location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Hostname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Serial No.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Device Type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Rack no.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Proactive -Uptime%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JFL -Uptime 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951488"/>
                  </a:ext>
                </a:extLst>
              </a:tr>
              <a:tr h="3395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Mohali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JFL-MOHALI-ACC-SW-02(Warehouse)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Q3LM-TGAF-Q97P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WAREHOUSE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889496"/>
                  </a:ext>
                </a:extLst>
              </a:tr>
              <a:tr h="3395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Mohali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JFL-MOHALI-ACC-SW-01(Transport Room)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Q3LP-2PSJ-6DLB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TRANSPORT ROOM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516338"/>
                  </a:ext>
                </a:extLst>
              </a:tr>
              <a:tr h="3395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Mohali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JFL-MOHALI-CORE-02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Q5JG-NJW9-ABBQ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1934894"/>
                  </a:ext>
                </a:extLst>
              </a:tr>
              <a:tr h="3395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Mohali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JFL-MOHALI-CORE-01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Q5JJ-3TZH-2HV5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08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9774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5466C3-2884-5495-4413-BB3FD0358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597A6A1-04EB-5524-304A-B7BE2B0CDAD1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</a:t>
            </a: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D0ED212-E0F6-59BF-6345-69091FDBA9F4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Nagpur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4A585F1-788B-1EB0-9AF6-AD36CD2BA455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6F77376-A862-C7FD-0F80-9B354EB4B618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20B6083-A4FB-F8E9-774C-0A27EADB5BE3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99.94%</a:t>
            </a: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9690D6C-74B8-7834-B4B6-56680A874EFB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B426A2C-BAA2-5B14-BEC0-60D8062071B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FC73168-6BA8-3FDF-16E2-2A8275B6E069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17090A5-661C-AC18-9BC1-687679CACD02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8ED6DD92-71EE-E496-5AB6-93D2C94A2796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</a:t>
            </a:r>
            <a:r>
              <a:rPr lang="en-US" sz="90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</a:t>
            </a:r>
            <a:endParaRPr lang="en-US" sz="9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FFF04AFE-D99C-C9A6-0CDA-3CE5B8D64373}"/>
              </a:ext>
            </a:extLst>
          </p:cNvPr>
          <p:cNvSpPr/>
          <p:nvPr/>
        </p:nvSpPr>
        <p:spPr>
          <a:xfrm>
            <a:off x="6011162" y="1434134"/>
            <a:ext cx="3205990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ptos Narrow" panose="020B0004020202020204" pitchFamily="34" charset="0"/>
              </a:rPr>
              <a:t>Third Party Device issue/Others</a:t>
            </a:r>
          </a:p>
          <a:p>
            <a:br>
              <a:rPr lang="en-IN" dirty="0"/>
            </a:br>
            <a:r>
              <a:rPr lang="en-IN" sz="1100" dirty="0"/>
              <a:t>Primary RCA Driver</a:t>
            </a:r>
            <a:endParaRPr lang="en-IN" dirty="0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DE846C28-BA84-BCFD-FB2A-83E94C853423}"/>
              </a:ext>
            </a:extLst>
          </p:cNvPr>
          <p:cNvSpPr/>
          <p:nvPr/>
        </p:nvSpPr>
        <p:spPr>
          <a:xfrm>
            <a:off x="9326880" y="1430325"/>
            <a:ext cx="2192527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r>
              <a:rPr lang="en-US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3</a:t>
            </a:r>
            <a:br>
              <a:rPr lang="en-IN" dirty="0"/>
            </a:br>
            <a:br>
              <a:rPr lang="en-IN" dirty="0"/>
            </a:br>
            <a:r>
              <a:rPr lang="en-IN" sz="1100" dirty="0"/>
              <a:t>Switch at 100% uptime</a:t>
            </a:r>
            <a:endParaRPr lang="en-IN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8E28BC8-0BFE-AE07-F303-C06AC2A845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534659"/>
              </p:ext>
            </p:extLst>
          </p:nvPr>
        </p:nvGraphicFramePr>
        <p:xfrm>
          <a:off x="502919" y="2771545"/>
          <a:ext cx="11016486" cy="1565350"/>
        </p:xfrm>
        <a:graphic>
          <a:graphicData uri="http://schemas.openxmlformats.org/drawingml/2006/table">
            <a:tbl>
              <a:tblPr/>
              <a:tblGrid>
                <a:gridCol w="399993">
                  <a:extLst>
                    <a:ext uri="{9D8B030D-6E8A-4147-A177-3AD203B41FA5}">
                      <a16:colId xmlns:a16="http://schemas.microsoft.com/office/drawing/2014/main" val="2586167269"/>
                    </a:ext>
                  </a:extLst>
                </a:gridCol>
                <a:gridCol w="816653">
                  <a:extLst>
                    <a:ext uri="{9D8B030D-6E8A-4147-A177-3AD203B41FA5}">
                      <a16:colId xmlns:a16="http://schemas.microsoft.com/office/drawing/2014/main" val="342925810"/>
                    </a:ext>
                  </a:extLst>
                </a:gridCol>
                <a:gridCol w="1749971">
                  <a:extLst>
                    <a:ext uri="{9D8B030D-6E8A-4147-A177-3AD203B41FA5}">
                      <a16:colId xmlns:a16="http://schemas.microsoft.com/office/drawing/2014/main" val="410871861"/>
                    </a:ext>
                  </a:extLst>
                </a:gridCol>
                <a:gridCol w="1533308">
                  <a:extLst>
                    <a:ext uri="{9D8B030D-6E8A-4147-A177-3AD203B41FA5}">
                      <a16:colId xmlns:a16="http://schemas.microsoft.com/office/drawing/2014/main" val="2870742953"/>
                    </a:ext>
                  </a:extLst>
                </a:gridCol>
                <a:gridCol w="1083316">
                  <a:extLst>
                    <a:ext uri="{9D8B030D-6E8A-4147-A177-3AD203B41FA5}">
                      <a16:colId xmlns:a16="http://schemas.microsoft.com/office/drawing/2014/main" val="4079136508"/>
                    </a:ext>
                  </a:extLst>
                </a:gridCol>
                <a:gridCol w="799987">
                  <a:extLst>
                    <a:ext uri="{9D8B030D-6E8A-4147-A177-3AD203B41FA5}">
                      <a16:colId xmlns:a16="http://schemas.microsoft.com/office/drawing/2014/main" val="1713686703"/>
                    </a:ext>
                  </a:extLst>
                </a:gridCol>
                <a:gridCol w="2316629">
                  <a:extLst>
                    <a:ext uri="{9D8B030D-6E8A-4147-A177-3AD203B41FA5}">
                      <a16:colId xmlns:a16="http://schemas.microsoft.com/office/drawing/2014/main" val="3270078213"/>
                    </a:ext>
                  </a:extLst>
                </a:gridCol>
                <a:gridCol w="2316629">
                  <a:extLst>
                    <a:ext uri="{9D8B030D-6E8A-4147-A177-3AD203B41FA5}">
                      <a16:colId xmlns:a16="http://schemas.microsoft.com/office/drawing/2014/main" val="1394235385"/>
                    </a:ext>
                  </a:extLst>
                </a:gridCol>
              </a:tblGrid>
              <a:tr h="3130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S.N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Location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Hostname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Serial No.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Device Type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Rack no.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Proactive -Uptime%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JFL -Uptime 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7085"/>
                  </a:ext>
                </a:extLst>
              </a:tr>
              <a:tr h="3130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Nagpur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JFL-NAG-SSC-SW04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Q5JG-SL55-CZ9Z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RACK 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181561"/>
                  </a:ext>
                </a:extLst>
              </a:tr>
              <a:tr h="3130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Nagpur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JFL-NAG-SSC-SW03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Q5JG-STQ9-EUPF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RACK 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630576"/>
                  </a:ext>
                </a:extLst>
              </a:tr>
              <a:tr h="3130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Nagpur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JFL-NAG-SSC-SW02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Q5JG-TM9S-PLFP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RACK 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522431"/>
                  </a:ext>
                </a:extLst>
              </a:tr>
              <a:tr h="3130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Nagpur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JFL-NAG-SSC-SW01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Q5JJ-68KZ-MXAS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RACK 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99.94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90.89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350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6686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6A439D-BE4C-8BA8-3426-E5C2EA4DF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1E2C9BB-3808-E396-A9D9-094C7DDCB866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</a:t>
            </a: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D030187-BC85-339D-5B9B-D05C5423E34C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Hyderabad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C0B904E-46D7-B699-6972-8D93D72451F4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EF01181-7B9D-C058-C9FE-6A1F6A1783D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F9BE597-7E2C-BD69-FE17-8D0CF96CC85D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B354DC5-E86E-CA6A-1177-29E6E6F9C85E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460E943-0C75-A47F-AE5B-EA827A45537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3C84520-E5E2-FCA6-5C5C-4EAF5690BBD4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5C88389-EA84-5800-EEEE-69BFB9A5597E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A5765F08-74CA-F8ED-F5EA-29CCAF4A5152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</a:t>
            </a:r>
            <a:r>
              <a:rPr lang="en-US" sz="90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</a:t>
            </a:r>
            <a:endParaRPr lang="en-US" sz="9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C561C100-77B6-D2FF-10AB-B0D2B0B91CC3}"/>
              </a:ext>
            </a:extLst>
          </p:cNvPr>
          <p:cNvSpPr/>
          <p:nvPr/>
        </p:nvSpPr>
        <p:spPr>
          <a:xfrm>
            <a:off x="6146292" y="1430325"/>
            <a:ext cx="2785110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ptos Narrow" panose="020B0004020202020204" pitchFamily="34" charset="0"/>
              </a:rPr>
              <a:t>Device Power Issues</a:t>
            </a:r>
            <a:br>
              <a:rPr lang="en-IN" dirty="0"/>
            </a:br>
            <a:br>
              <a:rPr lang="en-IN" dirty="0"/>
            </a:br>
            <a:r>
              <a:rPr lang="en-IN" sz="1100" dirty="0"/>
              <a:t>Primary RCA Driver</a:t>
            </a:r>
            <a:endParaRPr lang="en-IN" dirty="0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0675BC8F-BC27-708C-602C-6C2B3357D859}"/>
              </a:ext>
            </a:extLst>
          </p:cNvPr>
          <p:cNvSpPr/>
          <p:nvPr/>
        </p:nvSpPr>
        <p:spPr>
          <a:xfrm>
            <a:off x="9041130" y="1430325"/>
            <a:ext cx="2478277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r>
              <a:rPr lang="en-US" b="1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1</a:t>
            </a:r>
            <a:br>
              <a:rPr lang="en-IN" dirty="0"/>
            </a:br>
            <a:br>
              <a:rPr lang="en-IN" dirty="0"/>
            </a:br>
            <a:r>
              <a:rPr lang="en-IN" sz="1100" dirty="0"/>
              <a:t>Switch at 100% uptime</a:t>
            </a:r>
            <a:endParaRPr lang="en-IN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FFFCFA9-D0A7-3330-FEB9-927643A718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264824"/>
              </p:ext>
            </p:extLst>
          </p:nvPr>
        </p:nvGraphicFramePr>
        <p:xfrm>
          <a:off x="502919" y="2733732"/>
          <a:ext cx="11016486" cy="931587"/>
        </p:xfrm>
        <a:graphic>
          <a:graphicData uri="http://schemas.openxmlformats.org/drawingml/2006/table">
            <a:tbl>
              <a:tblPr/>
              <a:tblGrid>
                <a:gridCol w="467957">
                  <a:extLst>
                    <a:ext uri="{9D8B030D-6E8A-4147-A177-3AD203B41FA5}">
                      <a16:colId xmlns:a16="http://schemas.microsoft.com/office/drawing/2014/main" val="3471330641"/>
                    </a:ext>
                  </a:extLst>
                </a:gridCol>
                <a:gridCol w="1150394">
                  <a:extLst>
                    <a:ext uri="{9D8B030D-6E8A-4147-A177-3AD203B41FA5}">
                      <a16:colId xmlns:a16="http://schemas.microsoft.com/office/drawing/2014/main" val="1435496058"/>
                    </a:ext>
                  </a:extLst>
                </a:gridCol>
                <a:gridCol w="1735340">
                  <a:extLst>
                    <a:ext uri="{9D8B030D-6E8A-4147-A177-3AD203B41FA5}">
                      <a16:colId xmlns:a16="http://schemas.microsoft.com/office/drawing/2014/main" val="2028243864"/>
                    </a:ext>
                  </a:extLst>
                </a:gridCol>
                <a:gridCol w="1891326">
                  <a:extLst>
                    <a:ext uri="{9D8B030D-6E8A-4147-A177-3AD203B41FA5}">
                      <a16:colId xmlns:a16="http://schemas.microsoft.com/office/drawing/2014/main" val="823221344"/>
                    </a:ext>
                  </a:extLst>
                </a:gridCol>
                <a:gridCol w="1267383">
                  <a:extLst>
                    <a:ext uri="{9D8B030D-6E8A-4147-A177-3AD203B41FA5}">
                      <a16:colId xmlns:a16="http://schemas.microsoft.com/office/drawing/2014/main" val="13975002"/>
                    </a:ext>
                  </a:extLst>
                </a:gridCol>
                <a:gridCol w="935914">
                  <a:extLst>
                    <a:ext uri="{9D8B030D-6E8A-4147-A177-3AD203B41FA5}">
                      <a16:colId xmlns:a16="http://schemas.microsoft.com/office/drawing/2014/main" val="931756235"/>
                    </a:ext>
                  </a:extLst>
                </a:gridCol>
                <a:gridCol w="2086308">
                  <a:extLst>
                    <a:ext uri="{9D8B030D-6E8A-4147-A177-3AD203B41FA5}">
                      <a16:colId xmlns:a16="http://schemas.microsoft.com/office/drawing/2014/main" val="1671288983"/>
                    </a:ext>
                  </a:extLst>
                </a:gridCol>
                <a:gridCol w="1481864">
                  <a:extLst>
                    <a:ext uri="{9D8B030D-6E8A-4147-A177-3AD203B41FA5}">
                      <a16:colId xmlns:a16="http://schemas.microsoft.com/office/drawing/2014/main" val="2777589957"/>
                    </a:ext>
                  </a:extLst>
                </a:gridCol>
              </a:tblGrid>
              <a:tr h="3105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S.N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Location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Hostname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Serial No.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Device Type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Rack no.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Proactive -Uptime%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JFL -Uptime 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73578"/>
                  </a:ext>
                </a:extLst>
              </a:tr>
              <a:tr h="3105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Hyderabad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JFL-HYD-CORE-2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Q5JJ-GEWQ-X3MG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98264"/>
                  </a:ext>
                </a:extLst>
              </a:tr>
              <a:tr h="3105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Hyderabad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JFL-HYD-CORE-1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Q5JJ-Q88T-6XC7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99.94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74.87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136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3365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</a:t>
            </a: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Bangalore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12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12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00000"/>
                </a:solidFill>
                <a:latin typeface="Aptos Narrow" panose="020B0004020202020204" pitchFamily="34" charset="0"/>
              </a:rPr>
              <a:t>Device Power Issues</a:t>
            </a:r>
          </a:p>
          <a:p>
            <a:pPr marL="0" indent="0" algn="l">
              <a:buNone/>
            </a:pPr>
            <a:endParaRPr lang="en-US" b="1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</a:t>
            </a:r>
            <a:r>
              <a:rPr lang="en-US" sz="90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</a:t>
            </a:r>
            <a:endParaRPr lang="en-US" sz="900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84DF82CD-4CB8-80B2-A44C-270EC444D3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891436"/>
              </p:ext>
            </p:extLst>
          </p:nvPr>
        </p:nvGraphicFramePr>
        <p:xfrm>
          <a:off x="502920" y="2639364"/>
          <a:ext cx="11073385" cy="3871168"/>
        </p:xfrm>
        <a:graphic>
          <a:graphicData uri="http://schemas.openxmlformats.org/drawingml/2006/table">
            <a:tbl>
              <a:tblPr/>
              <a:tblGrid>
                <a:gridCol w="860069">
                  <a:extLst>
                    <a:ext uri="{9D8B030D-6E8A-4147-A177-3AD203B41FA5}">
                      <a16:colId xmlns:a16="http://schemas.microsoft.com/office/drawing/2014/main" val="849357133"/>
                    </a:ext>
                  </a:extLst>
                </a:gridCol>
                <a:gridCol w="949659">
                  <a:extLst>
                    <a:ext uri="{9D8B030D-6E8A-4147-A177-3AD203B41FA5}">
                      <a16:colId xmlns:a16="http://schemas.microsoft.com/office/drawing/2014/main" val="1086289314"/>
                    </a:ext>
                  </a:extLst>
                </a:gridCol>
                <a:gridCol w="3081913">
                  <a:extLst>
                    <a:ext uri="{9D8B030D-6E8A-4147-A177-3AD203B41FA5}">
                      <a16:colId xmlns:a16="http://schemas.microsoft.com/office/drawing/2014/main" val="1874868898"/>
                    </a:ext>
                  </a:extLst>
                </a:gridCol>
                <a:gridCol w="1827646">
                  <a:extLst>
                    <a:ext uri="{9D8B030D-6E8A-4147-A177-3AD203B41FA5}">
                      <a16:colId xmlns:a16="http://schemas.microsoft.com/office/drawing/2014/main" val="2699644352"/>
                    </a:ext>
                  </a:extLst>
                </a:gridCol>
                <a:gridCol w="1146758">
                  <a:extLst>
                    <a:ext uri="{9D8B030D-6E8A-4147-A177-3AD203B41FA5}">
                      <a16:colId xmlns:a16="http://schemas.microsoft.com/office/drawing/2014/main" val="1711341229"/>
                    </a:ext>
                  </a:extLst>
                </a:gridCol>
                <a:gridCol w="1433448">
                  <a:extLst>
                    <a:ext uri="{9D8B030D-6E8A-4147-A177-3AD203B41FA5}">
                      <a16:colId xmlns:a16="http://schemas.microsoft.com/office/drawing/2014/main" val="1121348166"/>
                    </a:ext>
                  </a:extLst>
                </a:gridCol>
                <a:gridCol w="1773892">
                  <a:extLst>
                    <a:ext uri="{9D8B030D-6E8A-4147-A177-3AD203B41FA5}">
                      <a16:colId xmlns:a16="http://schemas.microsoft.com/office/drawing/2014/main" val="3963426110"/>
                    </a:ext>
                  </a:extLst>
                </a:gridCol>
              </a:tblGrid>
              <a:tr h="2419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 NO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Location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Hostname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Serial No.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Device Type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No of Incidents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484838"/>
                  </a:ext>
                </a:extLst>
              </a:tr>
              <a:tr h="2419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Q3AC-23KQ-U6HE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177604"/>
                  </a:ext>
                </a:extLst>
              </a:tr>
              <a:tr h="2419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Q3AC-2DHR-W43S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414494"/>
                  </a:ext>
                </a:extLst>
              </a:tr>
              <a:tr h="2419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GF-AP2-UTILITY-SW1-12P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Q3AC-2Q7D-JCGF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07071"/>
                  </a:ext>
                </a:extLst>
              </a:tr>
              <a:tr h="2419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Q3AC-2W7H-MNPQ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846521"/>
                  </a:ext>
                </a:extLst>
              </a:tr>
              <a:tr h="2419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1F-AP11-R05-SW02-40P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Q3AC-3CVE-NZNV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273937"/>
                  </a:ext>
                </a:extLst>
              </a:tr>
              <a:tr h="2419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GF-AP32-R05-SW02-31P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Q3AC-3HFB-L9N6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805123"/>
                  </a:ext>
                </a:extLst>
              </a:tr>
              <a:tr h="2419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Q3AC-3HWV-ECVT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094198"/>
                  </a:ext>
                </a:extLst>
              </a:tr>
              <a:tr h="2419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GF-AP35-R04-SW02-13P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Q3AC-59QF-LNTG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835374"/>
                  </a:ext>
                </a:extLst>
              </a:tr>
              <a:tr h="2419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GF-AP17-R06-SW01-04P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Q3AC-5CB9-8CUH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7174416"/>
                  </a:ext>
                </a:extLst>
              </a:tr>
              <a:tr h="2419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2F-AP11-R05-SW01-40P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Q3AC-5WMD-2PG2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00056"/>
                  </a:ext>
                </a:extLst>
              </a:tr>
              <a:tr h="2419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Q3AC-5ZQ2-UJWD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925712"/>
                  </a:ext>
                </a:extLst>
              </a:tr>
              <a:tr h="2419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GF-AP20-R03-SW02-40P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Q3AC-6HKW-LC8E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292680"/>
                  </a:ext>
                </a:extLst>
              </a:tr>
              <a:tr h="2419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2F-AP19-R04-Helthcare-1P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Q3AC-75JU-8592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979875"/>
                  </a:ext>
                </a:extLst>
              </a:tr>
              <a:tr h="2419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Q3AC-7E9E-E8QQ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243366"/>
                  </a:ext>
                </a:extLst>
              </a:tr>
              <a:tr h="2419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Q3AC-8LZG-ZGWE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737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16D318-F974-C7F0-7FD8-7C25B6397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15">
            <a:extLst>
              <a:ext uri="{FF2B5EF4-FFF2-40B4-BE49-F238E27FC236}">
                <a16:creationId xmlns:a16="http://schemas.microsoft.com/office/drawing/2014/main" id="{C89DFD06-E767-3FCF-003D-EF9EB9CAA126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</a:t>
            </a:r>
            <a:r>
              <a:rPr lang="en-US" sz="90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</a:t>
            </a:r>
            <a:endParaRPr lang="en-US" sz="9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A1765CB-23BC-FC32-1C86-44F53E5A9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772453"/>
              </p:ext>
            </p:extLst>
          </p:nvPr>
        </p:nvGraphicFramePr>
        <p:xfrm>
          <a:off x="457200" y="502779"/>
          <a:ext cx="11094721" cy="6007749"/>
        </p:xfrm>
        <a:graphic>
          <a:graphicData uri="http://schemas.openxmlformats.org/drawingml/2006/table">
            <a:tbl>
              <a:tblPr/>
              <a:tblGrid>
                <a:gridCol w="566884">
                  <a:extLst>
                    <a:ext uri="{9D8B030D-6E8A-4147-A177-3AD203B41FA5}">
                      <a16:colId xmlns:a16="http://schemas.microsoft.com/office/drawing/2014/main" val="4213853868"/>
                    </a:ext>
                  </a:extLst>
                </a:gridCol>
                <a:gridCol w="1093275">
                  <a:extLst>
                    <a:ext uri="{9D8B030D-6E8A-4147-A177-3AD203B41FA5}">
                      <a16:colId xmlns:a16="http://schemas.microsoft.com/office/drawing/2014/main" val="1870663889"/>
                    </a:ext>
                  </a:extLst>
                </a:gridCol>
                <a:gridCol w="2530729">
                  <a:extLst>
                    <a:ext uri="{9D8B030D-6E8A-4147-A177-3AD203B41FA5}">
                      <a16:colId xmlns:a16="http://schemas.microsoft.com/office/drawing/2014/main" val="1442723189"/>
                    </a:ext>
                  </a:extLst>
                </a:gridCol>
                <a:gridCol w="1984093">
                  <a:extLst>
                    <a:ext uri="{9D8B030D-6E8A-4147-A177-3AD203B41FA5}">
                      <a16:colId xmlns:a16="http://schemas.microsoft.com/office/drawing/2014/main" val="1488215385"/>
                    </a:ext>
                  </a:extLst>
                </a:gridCol>
                <a:gridCol w="1295734">
                  <a:extLst>
                    <a:ext uri="{9D8B030D-6E8A-4147-A177-3AD203B41FA5}">
                      <a16:colId xmlns:a16="http://schemas.microsoft.com/office/drawing/2014/main" val="1235308706"/>
                    </a:ext>
                  </a:extLst>
                </a:gridCol>
                <a:gridCol w="1619668">
                  <a:extLst>
                    <a:ext uri="{9D8B030D-6E8A-4147-A177-3AD203B41FA5}">
                      <a16:colId xmlns:a16="http://schemas.microsoft.com/office/drawing/2014/main" val="4275691499"/>
                    </a:ext>
                  </a:extLst>
                </a:gridCol>
                <a:gridCol w="2004338">
                  <a:extLst>
                    <a:ext uri="{9D8B030D-6E8A-4147-A177-3AD203B41FA5}">
                      <a16:colId xmlns:a16="http://schemas.microsoft.com/office/drawing/2014/main" val="3559087781"/>
                    </a:ext>
                  </a:extLst>
                </a:gridCol>
              </a:tblGrid>
              <a:tr h="182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 NO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Location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Hostname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Serial No.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Device Type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No of Incidents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Primary RCA Driver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322490"/>
                  </a:ext>
                </a:extLst>
              </a:tr>
              <a:tr h="182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CK Office 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Q3AC-86YA-CET5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119783"/>
                  </a:ext>
                </a:extLst>
              </a:tr>
              <a:tr h="182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CK Production Hall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Q3KD-MNV6-9TD4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785525"/>
                  </a:ext>
                </a:extLst>
              </a:tr>
              <a:tr h="182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Q3AE-HD3C-2C9C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746573"/>
                  </a:ext>
                </a:extLst>
              </a:tr>
              <a:tr h="182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GF-AP24-R06-SW01-39P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Q3AE-PGHB-B4B5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399774"/>
                  </a:ext>
                </a:extLst>
              </a:tr>
              <a:tr h="182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GF-AP22-R06-SW01-43P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Q3AE-VET4-ADEA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957097"/>
                  </a:ext>
                </a:extLst>
              </a:tr>
              <a:tr h="182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Q3AE-WGKL-3C27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94573"/>
                  </a:ext>
                </a:extLst>
              </a:tr>
              <a:tr h="182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GF-AP01-R01-SW02-33P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Q5AE-36RN-AZWJ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175417"/>
                  </a:ext>
                </a:extLst>
              </a:tr>
              <a:tr h="182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Q5AE-3DAZ-J39D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478825"/>
                  </a:ext>
                </a:extLst>
              </a:tr>
              <a:tr h="182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1F-AP01-R01-SW02-9P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Q5AE-4AJX-9QNQ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947040"/>
                  </a:ext>
                </a:extLst>
              </a:tr>
              <a:tr h="182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Q5AE-5HM3-5UFQ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960371"/>
                  </a:ext>
                </a:extLst>
              </a:tr>
              <a:tr h="182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MZ-AP2-R01-SW-4P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Q5AE-66KK-GPLP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829586"/>
                  </a:ext>
                </a:extLst>
              </a:tr>
              <a:tr h="182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2F-AP30-R01-SW02-7P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Q5AE-6ZST-KJTQ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136530"/>
                  </a:ext>
                </a:extLst>
              </a:tr>
              <a:tr h="182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Q5AE-8GP6-XQ63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402853"/>
                  </a:ext>
                </a:extLst>
              </a:tr>
              <a:tr h="182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2F-AP1-R01-SW01-10P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Q5AE-B5XG-EY4R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989539"/>
                  </a:ext>
                </a:extLst>
              </a:tr>
              <a:tr h="182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Q5AE-BPE4-NTFW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581748"/>
                  </a:ext>
                </a:extLst>
              </a:tr>
              <a:tr h="182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2F-AP2-R01-SW02-9P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Q5AE-C2BB-FR69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641855"/>
                  </a:ext>
                </a:extLst>
              </a:tr>
              <a:tr h="182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GF-AP03-R01-SW02-39P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Q5AE-C77W-8YW3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596458"/>
                  </a:ext>
                </a:extLst>
              </a:tr>
              <a:tr h="182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Q5AE-CZ63-5N3R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5319373"/>
                  </a:ext>
                </a:extLst>
              </a:tr>
              <a:tr h="182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Q5AE-DRNC-Q8JM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304965"/>
                  </a:ext>
                </a:extLst>
              </a:tr>
              <a:tr h="182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110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2F-AP3-R01-SW02-17P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Q5AE-ECWU-JBL5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583672"/>
                  </a:ext>
                </a:extLst>
              </a:tr>
              <a:tr h="182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111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GF-AP19-R02-SW02-29P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Q5AE-JY3B-Q967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536351"/>
                  </a:ext>
                </a:extLst>
              </a:tr>
              <a:tr h="182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112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GF-AP01-ETP-SW1-10P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Q5AE-KNH9-5GV8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31823"/>
                  </a:ext>
                </a:extLst>
              </a:tr>
              <a:tr h="182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113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MZ-AP1-R01-SW-6P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Q5AE-P2XG-J4BA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738443"/>
                  </a:ext>
                </a:extLst>
              </a:tr>
              <a:tr h="182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114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GF-AP45-R03-SW03-30P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Q5AE-PYMV-RZ5Y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279941"/>
                  </a:ext>
                </a:extLst>
              </a:tr>
              <a:tr h="182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115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Q5AE-RCEA-RL75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322021"/>
                  </a:ext>
                </a:extLst>
              </a:tr>
              <a:tr h="182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116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1F-AP03-R01-SW02-13P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Q5AE-RFTG-FLJB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953534"/>
                  </a:ext>
                </a:extLst>
              </a:tr>
              <a:tr h="182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117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Q5AE-SHZC-5QSP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707422"/>
                  </a:ext>
                </a:extLst>
              </a:tr>
              <a:tr h="182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118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Q5AE-ULJB-M9EQ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4845889"/>
                  </a:ext>
                </a:extLst>
              </a:tr>
              <a:tr h="182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119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1F-AP02-R01-SW02-11P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Q5AE-VNZM-SECF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671384"/>
                  </a:ext>
                </a:extLst>
              </a:tr>
              <a:tr h="182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120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GF-AP02-R01-SW03-21P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Q5AE-XMUU-7VL8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710449"/>
                  </a:ext>
                </a:extLst>
              </a:tr>
              <a:tr h="182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121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1F-AP04-R01-SW02-15P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Q5AE-XQRM-Z6P2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341199"/>
                  </a:ext>
                </a:extLst>
              </a:tr>
              <a:tr h="1820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122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MZ-AP7-R02-SW01-5P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Q5AE-Y9U3-MTM2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277676"/>
                  </a:ext>
                </a:extLst>
              </a:tr>
            </a:tbl>
          </a:graphicData>
        </a:graphic>
      </p:graphicFrame>
      <p:sp>
        <p:nvSpPr>
          <p:cNvPr id="4" name="Text 0">
            <a:extLst>
              <a:ext uri="{FF2B5EF4-FFF2-40B4-BE49-F238E27FC236}">
                <a16:creationId xmlns:a16="http://schemas.microsoft.com/office/drawing/2014/main" id="{E2C05A60-7A1F-8215-E89F-28213A2B0F0C}"/>
              </a:ext>
            </a:extLst>
          </p:cNvPr>
          <p:cNvSpPr/>
          <p:nvPr/>
        </p:nvSpPr>
        <p:spPr>
          <a:xfrm>
            <a:off x="457200" y="88261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</a:t>
            </a: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25286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558A03-719F-1ACD-B2D8-5C0CE8098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15">
            <a:extLst>
              <a:ext uri="{FF2B5EF4-FFF2-40B4-BE49-F238E27FC236}">
                <a16:creationId xmlns:a16="http://schemas.microsoft.com/office/drawing/2014/main" id="{B01AF369-8402-C483-A9D0-627B0CE771EA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</a:t>
            </a:r>
            <a:r>
              <a:rPr lang="en-US" sz="90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</a:t>
            </a:r>
            <a:endParaRPr lang="en-US" sz="9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54BB32C-2F3F-DE06-907F-4E5EF86C97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351724"/>
              </p:ext>
            </p:extLst>
          </p:nvPr>
        </p:nvGraphicFramePr>
        <p:xfrm>
          <a:off x="537636" y="455484"/>
          <a:ext cx="10811928" cy="6078865"/>
        </p:xfrm>
        <a:graphic>
          <a:graphicData uri="http://schemas.openxmlformats.org/drawingml/2006/table">
            <a:tbl>
              <a:tblPr/>
              <a:tblGrid>
                <a:gridCol w="501216">
                  <a:extLst>
                    <a:ext uri="{9D8B030D-6E8A-4147-A177-3AD203B41FA5}">
                      <a16:colId xmlns:a16="http://schemas.microsoft.com/office/drawing/2014/main" val="3150819846"/>
                    </a:ext>
                  </a:extLst>
                </a:gridCol>
                <a:gridCol w="966628">
                  <a:extLst>
                    <a:ext uri="{9D8B030D-6E8A-4147-A177-3AD203B41FA5}">
                      <a16:colId xmlns:a16="http://schemas.microsoft.com/office/drawing/2014/main" val="801897562"/>
                    </a:ext>
                  </a:extLst>
                </a:gridCol>
                <a:gridCol w="3114695">
                  <a:extLst>
                    <a:ext uri="{9D8B030D-6E8A-4147-A177-3AD203B41FA5}">
                      <a16:colId xmlns:a16="http://schemas.microsoft.com/office/drawing/2014/main" val="3181167501"/>
                    </a:ext>
                  </a:extLst>
                </a:gridCol>
                <a:gridCol w="1879556">
                  <a:extLst>
                    <a:ext uri="{9D8B030D-6E8A-4147-A177-3AD203B41FA5}">
                      <a16:colId xmlns:a16="http://schemas.microsoft.com/office/drawing/2014/main" val="1161355027"/>
                    </a:ext>
                  </a:extLst>
                </a:gridCol>
                <a:gridCol w="1145635">
                  <a:extLst>
                    <a:ext uri="{9D8B030D-6E8A-4147-A177-3AD203B41FA5}">
                      <a16:colId xmlns:a16="http://schemas.microsoft.com/office/drawing/2014/main" val="3534944981"/>
                    </a:ext>
                  </a:extLst>
                </a:gridCol>
                <a:gridCol w="1432043">
                  <a:extLst>
                    <a:ext uri="{9D8B030D-6E8A-4147-A177-3AD203B41FA5}">
                      <a16:colId xmlns:a16="http://schemas.microsoft.com/office/drawing/2014/main" val="1144035214"/>
                    </a:ext>
                  </a:extLst>
                </a:gridCol>
                <a:gridCol w="1772155">
                  <a:extLst>
                    <a:ext uri="{9D8B030D-6E8A-4147-A177-3AD203B41FA5}">
                      <a16:colId xmlns:a16="http://schemas.microsoft.com/office/drawing/2014/main" val="3344676904"/>
                    </a:ext>
                  </a:extLst>
                </a:gridCol>
              </a:tblGrid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 NO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Location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Hostname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Serial No.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Device Type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No of Incidents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Primary RCA Driver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558973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GF-AP1-UTILITY-SW1-4P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Q3AC-8NA9-73L4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04883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GF-AP41-R03-SW02-44P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Q3AC-8RQX-XQUG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729225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Q3AC-8RRH-Z8MA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956129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2F-AP20-R4-SW2-45P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Q3AC-9EFV-95CH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686831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Q3AC-AL42-99XK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523331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GF-AP16-R02-SW01-14P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Q3AC-AUFV-SSNE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029105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GF-AP14-R02-SW01-16P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Q3AC-B3CZ-8UKC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160784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Q3AC-B69P-5U94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724610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SEASONING_BOARD_ROOM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Q3AC-C3XA-8AX4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844135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2F-AP18-R4-SW2-8P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Q3AC-C4P4-JNC9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77458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Q3AC-CBFG-FY3U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464684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1F-AP06-R05-SW04-4P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Q3AC-DFLX-KHLR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4663404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GF-AP09-R02-SW01-22P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Q3AC-DK8K-8UBR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245074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SEC-CAB-GF-AP03-R01-SW01-06P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Q3AC-DTQ8-WQMM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763693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1F-AP13-R04-SW02-13P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Q3AC-DZAX-3FNP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125834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Q3AC-E3JS-XN9C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80066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1F-AP10-R05-SW02-44P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Q3AC-E8LA-PVD4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217037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GF-AP13-R06-SW01-47P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Q3AC-E984-BXYN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435990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Q3AC-ESTY-YK6L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401047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Q3AC-FAX6-YRJK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148750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GF-AP46-R2-SW1-35P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Q3AC-FZXU-BF4E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980747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Q3AC-GK7K-PDN4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21519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1F-AP25-R02-SW01-3P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Q3AC-H9SR-3N44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332384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CK QC Lab 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Q3AC-HG28-SMQY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586472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SEC-CAB-1F-AP02-R01-SW01-10P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Q3AC-HV2N-AG28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46459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GF-AP05-R01-SW02-41P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Q3AC-J4UC-SDJU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760541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Q3AC-J9AF-Y736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709440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Q3AC-JCE4-MCMS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828174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2F-AP04-R4-SW3-24P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Q3AC-JN66-PSGV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005914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Q3AC-K86Y-LU3D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336240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GF-AP07-R01-SW01-04P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Q3AC-KMBJ-UJFL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931076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2F-AP28-R02-SW02-31P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Q3AC-LJA3-YXHT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672465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GF-AP15-R06-SW01-02P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Q3AC-MNA8-TMWD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223550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GF-AP46-R02-SW01-26P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Q3AC-MPDZ-UTHS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841782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Q3AC-MPKF-FE8T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Client Side Activity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405223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Q3AC-MTLV-H3EL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61023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Q3AC-N7C4-HEF5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785385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GF-AP29-R04-SW02-23P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Q3AC-NC4G-DUA2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07487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Q3AC-NQ8Z-VVTC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664327"/>
                  </a:ext>
                </a:extLst>
              </a:tr>
              <a:tr h="148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GF-AP37-R04-SW02-17P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Q3AC-P4G8-N73U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953223"/>
                  </a:ext>
                </a:extLst>
              </a:tr>
            </a:tbl>
          </a:graphicData>
        </a:graphic>
      </p:graphicFrame>
      <p:sp>
        <p:nvSpPr>
          <p:cNvPr id="4" name="Text 0">
            <a:extLst>
              <a:ext uri="{FF2B5EF4-FFF2-40B4-BE49-F238E27FC236}">
                <a16:creationId xmlns:a16="http://schemas.microsoft.com/office/drawing/2014/main" id="{1B1F46FE-A539-FFF7-E73D-D069D9ED4C42}"/>
              </a:ext>
            </a:extLst>
          </p:cNvPr>
          <p:cNvSpPr/>
          <p:nvPr/>
        </p:nvSpPr>
        <p:spPr>
          <a:xfrm>
            <a:off x="457200" y="690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</a:t>
            </a: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316666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FBB162-F543-7C96-8FB0-9FE8F6D75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15">
            <a:extLst>
              <a:ext uri="{FF2B5EF4-FFF2-40B4-BE49-F238E27FC236}">
                <a16:creationId xmlns:a16="http://schemas.microsoft.com/office/drawing/2014/main" id="{770EC09F-C434-BB58-8D78-74F40A313906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</a:t>
            </a:r>
            <a:r>
              <a:rPr lang="en-US" sz="90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</a:t>
            </a:r>
            <a:endParaRPr lang="en-US" sz="9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404E520-96C1-9807-630E-1BCBA71240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064967"/>
              </p:ext>
            </p:extLst>
          </p:nvPr>
        </p:nvGraphicFramePr>
        <p:xfrm>
          <a:off x="533400" y="463185"/>
          <a:ext cx="11125200" cy="5967072"/>
        </p:xfrm>
        <a:graphic>
          <a:graphicData uri="http://schemas.openxmlformats.org/drawingml/2006/table">
            <a:tbl>
              <a:tblPr/>
              <a:tblGrid>
                <a:gridCol w="515737">
                  <a:extLst>
                    <a:ext uri="{9D8B030D-6E8A-4147-A177-3AD203B41FA5}">
                      <a16:colId xmlns:a16="http://schemas.microsoft.com/office/drawing/2014/main" val="310661440"/>
                    </a:ext>
                  </a:extLst>
                </a:gridCol>
                <a:gridCol w="994637">
                  <a:extLst>
                    <a:ext uri="{9D8B030D-6E8A-4147-A177-3AD203B41FA5}">
                      <a16:colId xmlns:a16="http://schemas.microsoft.com/office/drawing/2014/main" val="1196406512"/>
                    </a:ext>
                  </a:extLst>
                </a:gridCol>
                <a:gridCol w="3204943">
                  <a:extLst>
                    <a:ext uri="{9D8B030D-6E8A-4147-A177-3AD203B41FA5}">
                      <a16:colId xmlns:a16="http://schemas.microsoft.com/office/drawing/2014/main" val="2050045821"/>
                    </a:ext>
                  </a:extLst>
                </a:gridCol>
                <a:gridCol w="1934018">
                  <a:extLst>
                    <a:ext uri="{9D8B030D-6E8A-4147-A177-3AD203B41FA5}">
                      <a16:colId xmlns:a16="http://schemas.microsoft.com/office/drawing/2014/main" val="1882170510"/>
                    </a:ext>
                  </a:extLst>
                </a:gridCol>
                <a:gridCol w="1178829">
                  <a:extLst>
                    <a:ext uri="{9D8B030D-6E8A-4147-A177-3AD203B41FA5}">
                      <a16:colId xmlns:a16="http://schemas.microsoft.com/office/drawing/2014/main" val="1523278045"/>
                    </a:ext>
                  </a:extLst>
                </a:gridCol>
                <a:gridCol w="1473535">
                  <a:extLst>
                    <a:ext uri="{9D8B030D-6E8A-4147-A177-3AD203B41FA5}">
                      <a16:colId xmlns:a16="http://schemas.microsoft.com/office/drawing/2014/main" val="1536029021"/>
                    </a:ext>
                  </a:extLst>
                </a:gridCol>
                <a:gridCol w="1823501">
                  <a:extLst>
                    <a:ext uri="{9D8B030D-6E8A-4147-A177-3AD203B41FA5}">
                      <a16:colId xmlns:a16="http://schemas.microsoft.com/office/drawing/2014/main" val="211607655"/>
                    </a:ext>
                  </a:extLst>
                </a:gridCol>
              </a:tblGrid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 NO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Location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Hostname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Serial No.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Device Type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No of Incidents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Primary RCA Driver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8320777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2F-AP12-R5-SW2-4P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Q3AC-PGZ6-YM5F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314156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GF-AP12-R02-SW01-18P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Q3AC-PV6N-6QRC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699304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GF-AP31-R05-SW02-37P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Q3AC-PZ4U-KKTC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042326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GF-AP21-R03-SW2-30P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Q3AC-QG3A-P7EA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58486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Q3AC-QPM8-AFTU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777617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61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Q3AC-QRFZ-VLYY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047969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62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1F-AP07-R05-SW04-17P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Q3AC-QSJ4-9L25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858604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GF-AP18-R06-SW01-06P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Q3AC-QVDT-2CJX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659120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SEC-CAB-GF-AP01-R01-SW01-02P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Q3AC-RDT3-Y62C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232644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65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GF-AP11-R02-SW01-20P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Q3AC-RPEZ-GQKD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978960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1F-AP14-R04-SW02-11P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Q3AC-RQJS-FY3M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58144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Q3AC-RTN3-EPKX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215349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68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GF-AP08-R06-SW01-37P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Q3AC-SFX9-92AT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784953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2F-AP29-R02-SW02-44P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Q3AC-TQXL-MJ4E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229741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Q3AC-TVTD-S24W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030401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71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GF-AP23-R3-SW2-38P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Q3AC-TXSV-U4XB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342038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72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Q3AC-UEH2-JUNY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32866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73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Q3AC-UPYY-PNVQ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753100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74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SEC-CAB-1F-AP01-R01-SW01-08P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Q3AC-UWPC-8RNF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640391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75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MZ-AP03-R01-SW01-17P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Q3AC-V7R5-ECG9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177451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76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GF-AP39-R04-SW02-15P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Q3AC-W6MK-P7AJ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147664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77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MZ-AP6-R02-SW01-35P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Q3AC-W7XL-SNU2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52192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1F-AP09-R05-SW02-36P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Q3AC-WRR3-U9YN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484931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GF-AP33-R05-SW02-33P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Q3AC-WX2V-AT4T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558650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Q3AC-X53T-GMNE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936437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81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Q3AC-X66Q-USCT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17412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82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GF-AP40-R03-SW03-6P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Q3AC-XXBM-8XSL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30772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83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1F-AP26-R5-SW02-34P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Q3AC-Y2HS-V29M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393120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84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GF-AP06-R02-SW01-24P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Q3AC-Y7GE-YS64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740943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85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GF-AP10-R06-SW01-41P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Q3AC-YEDW-G7SA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895319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86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SEC-CAB-GF-AP02-R01-SW01-04P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Q3AC-YHHC-Q634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512888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87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Q3AC-YWED-SL3W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265891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88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1F-AP12-R04-SW02-9P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Q3AC-ZNCZ-HDNM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113774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89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Q3AE-FT83-RWMH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419278"/>
                  </a:ext>
                </a:extLst>
              </a:tr>
              <a:tr h="165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Bangalore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Q3AE-GRCN-QXFW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714803"/>
                  </a:ext>
                </a:extLst>
              </a:tr>
            </a:tbl>
          </a:graphicData>
        </a:graphic>
      </p:graphicFrame>
      <p:sp>
        <p:nvSpPr>
          <p:cNvPr id="4" name="Text 0">
            <a:extLst>
              <a:ext uri="{FF2B5EF4-FFF2-40B4-BE49-F238E27FC236}">
                <a16:creationId xmlns:a16="http://schemas.microsoft.com/office/drawing/2014/main" id="{2FD08EB2-5D30-FFE2-32D7-2C551E4BBA37}"/>
              </a:ext>
            </a:extLst>
          </p:cNvPr>
          <p:cNvSpPr/>
          <p:nvPr/>
        </p:nvSpPr>
        <p:spPr>
          <a:xfrm>
            <a:off x="457200" y="10859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</a:t>
            </a: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89612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75585B-21FD-8CB2-356D-9F7CB36F0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5FAD25F-DBD3-D21D-CE55-9E61ECBF5124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</a:t>
            </a: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D078B3C-D4D2-2CEC-27B1-016A01502428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Noida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AB58CD3-E532-3105-FAA4-1CDC3C683B89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30CE264-2EA6-CA14-50BD-97EF4DCFB5DF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D61CEC1-7B52-04F4-5FE6-966B4082556B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103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B720707-B970-4066-FC56-306A547D8787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7C2A73C-8532-C37C-29C9-B3BDEAC17512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8052508-BEFC-524A-1E1D-B1022B79DA23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99	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C8EB1C6-3DBE-ADB0-A0F4-3CD54DBF06B7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BE4542F-A3D2-0DAC-3D2B-39011FBF44B8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64B6BD7-44D8-BB66-738A-604C304F2D4E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605ED6F-D4A0-9D2C-1AA2-A9A768C4D32E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0E45F46-7982-4C1D-7FAB-A60E34EABD60}"/>
              </a:ext>
            </a:extLst>
          </p:cNvPr>
          <p:cNvSpPr/>
          <p:nvPr/>
        </p:nvSpPr>
        <p:spPr>
          <a:xfrm>
            <a:off x="8991295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7021BD5-6D8A-7A90-0E30-1C4D2C043551}"/>
              </a:ext>
            </a:extLst>
          </p:cNvPr>
          <p:cNvSpPr/>
          <p:nvPr/>
        </p:nvSpPr>
        <p:spPr>
          <a:xfrm>
            <a:off x="8991295" y="1555496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latin typeface="Aptos Narrow" panose="020B0004020202020204" pitchFamily="34" charset="0"/>
              </a:rPr>
              <a:t>Client- Side Activity</a:t>
            </a:r>
            <a:endParaRPr lang="en-US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9F850A6-0CAF-0579-46D4-11C5FC840CB3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02689FAF-DECD-8B7A-B267-FFD350448104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</a:t>
            </a:r>
            <a:r>
              <a:rPr lang="en-US" sz="90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</a:t>
            </a:r>
            <a:endParaRPr lang="en-US" sz="900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881AF7B3-951B-7B87-0443-D4AC604A52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765812"/>
              </p:ext>
            </p:extLst>
          </p:nvPr>
        </p:nvGraphicFramePr>
        <p:xfrm>
          <a:off x="502919" y="2663018"/>
          <a:ext cx="10913820" cy="3831056"/>
        </p:xfrm>
        <a:graphic>
          <a:graphicData uri="http://schemas.openxmlformats.org/drawingml/2006/table">
            <a:tbl>
              <a:tblPr/>
              <a:tblGrid>
                <a:gridCol w="481800">
                  <a:extLst>
                    <a:ext uri="{9D8B030D-6E8A-4147-A177-3AD203B41FA5}">
                      <a16:colId xmlns:a16="http://schemas.microsoft.com/office/drawing/2014/main" val="1393612765"/>
                    </a:ext>
                  </a:extLst>
                </a:gridCol>
                <a:gridCol w="1508244">
                  <a:extLst>
                    <a:ext uri="{9D8B030D-6E8A-4147-A177-3AD203B41FA5}">
                      <a16:colId xmlns:a16="http://schemas.microsoft.com/office/drawing/2014/main" val="1906909941"/>
                    </a:ext>
                  </a:extLst>
                </a:gridCol>
                <a:gridCol w="1696774">
                  <a:extLst>
                    <a:ext uri="{9D8B030D-6E8A-4147-A177-3AD203B41FA5}">
                      <a16:colId xmlns:a16="http://schemas.microsoft.com/office/drawing/2014/main" val="49613597"/>
                    </a:ext>
                  </a:extLst>
                </a:gridCol>
                <a:gridCol w="2136679">
                  <a:extLst>
                    <a:ext uri="{9D8B030D-6E8A-4147-A177-3AD203B41FA5}">
                      <a16:colId xmlns:a16="http://schemas.microsoft.com/office/drawing/2014/main" val="85368805"/>
                    </a:ext>
                  </a:extLst>
                </a:gridCol>
                <a:gridCol w="1340661">
                  <a:extLst>
                    <a:ext uri="{9D8B030D-6E8A-4147-A177-3AD203B41FA5}">
                      <a16:colId xmlns:a16="http://schemas.microsoft.com/office/drawing/2014/main" val="1921752406"/>
                    </a:ext>
                  </a:extLst>
                </a:gridCol>
                <a:gridCol w="1675827">
                  <a:extLst>
                    <a:ext uri="{9D8B030D-6E8A-4147-A177-3AD203B41FA5}">
                      <a16:colId xmlns:a16="http://schemas.microsoft.com/office/drawing/2014/main" val="3160686744"/>
                    </a:ext>
                  </a:extLst>
                </a:gridCol>
                <a:gridCol w="2073835">
                  <a:extLst>
                    <a:ext uri="{9D8B030D-6E8A-4147-A177-3AD203B41FA5}">
                      <a16:colId xmlns:a16="http://schemas.microsoft.com/office/drawing/2014/main" val="2393704163"/>
                    </a:ext>
                  </a:extLst>
                </a:gridCol>
              </a:tblGrid>
              <a:tr h="2394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S.N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Location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Hostname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Serial No.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Device Type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No of Incidents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842959"/>
                  </a:ext>
                </a:extLst>
              </a:tr>
              <a:tr h="2394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JFL-GNSC-AP53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Q3KG-6BJV-TZA3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66367"/>
                  </a:ext>
                </a:extLst>
              </a:tr>
              <a:tr h="2394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JFL-GNSC-AP56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Q3KG-8U94-FMUC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718176"/>
                  </a:ext>
                </a:extLst>
              </a:tr>
              <a:tr h="2394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JFL-GNSC-AP63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Q3KG-A7BY-55YX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792888"/>
                  </a:ext>
                </a:extLst>
              </a:tr>
              <a:tr h="2394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JFL-GNSC-AP50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Q3KG-A9R2-ATYY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On Hold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93317"/>
                  </a:ext>
                </a:extLst>
              </a:tr>
              <a:tr h="2394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JFL-GNSC-AP59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Q3KG-BTTL-HVZU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351607"/>
                  </a:ext>
                </a:extLst>
              </a:tr>
              <a:tr h="2394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JFL-GNSC-AP49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Q3KG-CFHX-4TRU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062552"/>
                  </a:ext>
                </a:extLst>
              </a:tr>
              <a:tr h="2394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JFL-GNSC-AP58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Q3KG-D56U-BSMY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384939"/>
                  </a:ext>
                </a:extLst>
              </a:tr>
              <a:tr h="2394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JFL-GNSC-AP57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Q3KG-DGB7-HMVP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140462"/>
                  </a:ext>
                </a:extLst>
              </a:tr>
              <a:tr h="2394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JFL-GNSC-AP52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Q3KG-GWW5-CHJC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405024"/>
                  </a:ext>
                </a:extLst>
              </a:tr>
              <a:tr h="2394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JFL-GNSC-AP62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Q3KG-J4EF-KZ54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54619"/>
                  </a:ext>
                </a:extLst>
              </a:tr>
              <a:tr h="2394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JFL-GNSC-AP48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Q3KG-JH9T-FL7Z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355707"/>
                  </a:ext>
                </a:extLst>
              </a:tr>
              <a:tr h="2394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JFL-GNSC-AP51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Q3KG-V5M8-92SS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13613"/>
                  </a:ext>
                </a:extLst>
              </a:tr>
              <a:tr h="2394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JFL-GNSC-AP61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Q3KG-X73V-EYFZ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419489"/>
                  </a:ext>
                </a:extLst>
              </a:tr>
              <a:tr h="2394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JFL-GNSC-AP60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Q3KG-XSEX-EG6A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840392"/>
                  </a:ext>
                </a:extLst>
              </a:tr>
              <a:tr h="2394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JFL-GNSC-AP55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Q3KG-Y2PU-4DWW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773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14202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6D46B4-933A-BAA0-D1EA-C5313A605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15">
            <a:extLst>
              <a:ext uri="{FF2B5EF4-FFF2-40B4-BE49-F238E27FC236}">
                <a16:creationId xmlns:a16="http://schemas.microsoft.com/office/drawing/2014/main" id="{13652A09-9A17-9C95-99DF-60E9F608A5DF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</a:t>
            </a:r>
            <a:r>
              <a:rPr lang="en-US" sz="90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</a:t>
            </a:r>
            <a:endParaRPr lang="en-US" sz="9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D1E3FF1-62D5-7E9E-75C1-02D1374FE4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507908"/>
              </p:ext>
            </p:extLst>
          </p:nvPr>
        </p:nvGraphicFramePr>
        <p:xfrm>
          <a:off x="657617" y="474341"/>
          <a:ext cx="10833343" cy="5814699"/>
        </p:xfrm>
        <a:graphic>
          <a:graphicData uri="http://schemas.openxmlformats.org/drawingml/2006/table">
            <a:tbl>
              <a:tblPr/>
              <a:tblGrid>
                <a:gridCol w="461887">
                  <a:extLst>
                    <a:ext uri="{9D8B030D-6E8A-4147-A177-3AD203B41FA5}">
                      <a16:colId xmlns:a16="http://schemas.microsoft.com/office/drawing/2014/main" val="557742325"/>
                    </a:ext>
                  </a:extLst>
                </a:gridCol>
                <a:gridCol w="1511628">
                  <a:extLst>
                    <a:ext uri="{9D8B030D-6E8A-4147-A177-3AD203B41FA5}">
                      <a16:colId xmlns:a16="http://schemas.microsoft.com/office/drawing/2014/main" val="1774571119"/>
                    </a:ext>
                  </a:extLst>
                </a:gridCol>
                <a:gridCol w="1700583">
                  <a:extLst>
                    <a:ext uri="{9D8B030D-6E8A-4147-A177-3AD203B41FA5}">
                      <a16:colId xmlns:a16="http://schemas.microsoft.com/office/drawing/2014/main" val="1418727212"/>
                    </a:ext>
                  </a:extLst>
                </a:gridCol>
                <a:gridCol w="2057496">
                  <a:extLst>
                    <a:ext uri="{9D8B030D-6E8A-4147-A177-3AD203B41FA5}">
                      <a16:colId xmlns:a16="http://schemas.microsoft.com/office/drawing/2014/main" val="2824659130"/>
                    </a:ext>
                  </a:extLst>
                </a:gridCol>
                <a:gridCol w="1343670">
                  <a:extLst>
                    <a:ext uri="{9D8B030D-6E8A-4147-A177-3AD203B41FA5}">
                      <a16:colId xmlns:a16="http://schemas.microsoft.com/office/drawing/2014/main" val="45750691"/>
                    </a:ext>
                  </a:extLst>
                </a:gridCol>
                <a:gridCol w="1679589">
                  <a:extLst>
                    <a:ext uri="{9D8B030D-6E8A-4147-A177-3AD203B41FA5}">
                      <a16:colId xmlns:a16="http://schemas.microsoft.com/office/drawing/2014/main" val="1275475924"/>
                    </a:ext>
                  </a:extLst>
                </a:gridCol>
                <a:gridCol w="2078490">
                  <a:extLst>
                    <a:ext uri="{9D8B030D-6E8A-4147-A177-3AD203B41FA5}">
                      <a16:colId xmlns:a16="http://schemas.microsoft.com/office/drawing/2014/main" val="2526595149"/>
                    </a:ext>
                  </a:extLst>
                </a:gridCol>
              </a:tblGrid>
              <a:tr h="176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S.N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Location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Hostname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Serial No.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Device Type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No of Incidents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Primary RCA Driver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092668"/>
                  </a:ext>
                </a:extLst>
              </a:tr>
              <a:tr h="176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JFL-GNSC-AP70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Q3MV-6XWK-TVUP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678663"/>
                  </a:ext>
                </a:extLst>
              </a:tr>
              <a:tr h="176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JFL-GNSC-AP12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Q5AA-32YH-Q43U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557888"/>
                  </a:ext>
                </a:extLst>
              </a:tr>
              <a:tr h="176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JFL-GNSC-AP18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Q5AA-3BVV-VQUU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853629"/>
                  </a:ext>
                </a:extLst>
              </a:tr>
              <a:tr h="176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JFL-GNSC-AP36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Q5AA-4792-7HZC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Client Side Activity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845264"/>
                  </a:ext>
                </a:extLst>
              </a:tr>
              <a:tr h="176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JFL-GNSC-AP47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Q5AA-5HRM-897H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42723"/>
                  </a:ext>
                </a:extLst>
              </a:tr>
              <a:tr h="176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JFL-GNSC-AP46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Q5AA-5L7V-QSYU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089803"/>
                  </a:ext>
                </a:extLst>
              </a:tr>
              <a:tr h="176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JFL-GNSC-AP04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Q5AA-5TRP-EJMF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578957"/>
                  </a:ext>
                </a:extLst>
              </a:tr>
              <a:tr h="176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JFL-GNSC-AP08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Q5AA-63MW-78XL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907748"/>
                  </a:ext>
                </a:extLst>
              </a:tr>
              <a:tr h="176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JFL-GNSC-AP29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Q5AA-7TFR-X7ZG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235311"/>
                  </a:ext>
                </a:extLst>
              </a:tr>
              <a:tr h="176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JFL-GNSC-AP64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Q5AA-7VMH-YF9G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369398"/>
                  </a:ext>
                </a:extLst>
              </a:tr>
              <a:tr h="176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JFL-GNSC-AP41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Q5AA-8AST-YPV4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714528"/>
                  </a:ext>
                </a:extLst>
              </a:tr>
              <a:tr h="176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JFL-GNSC-AP44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Q5AA-94E5-2UFU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1709000"/>
                  </a:ext>
                </a:extLst>
              </a:tr>
              <a:tr h="176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JFL-GNSC-AP02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Q5AA-9N3T-MZGU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230958"/>
                  </a:ext>
                </a:extLst>
              </a:tr>
              <a:tr h="176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JFL-GNSC-AP16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Q5AA-A6S6-XG3H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854940"/>
                  </a:ext>
                </a:extLst>
              </a:tr>
              <a:tr h="176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JFL-GNSC-AP21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Q5AA-AE34-NNBC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278250"/>
                  </a:ext>
                </a:extLst>
              </a:tr>
              <a:tr h="176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JFL-GNSC-AP22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Q5AA-ASYH-AKEA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070599"/>
                  </a:ext>
                </a:extLst>
              </a:tr>
              <a:tr h="176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JFL-GNSC-AP33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Q5AA-C4TF-5ZA8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Client Side Activity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22831"/>
                  </a:ext>
                </a:extLst>
              </a:tr>
              <a:tr h="176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JFL-GNSC-AP67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Q5AA-DEJD-R4N5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Client Side Activity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908722"/>
                  </a:ext>
                </a:extLst>
              </a:tr>
              <a:tr h="176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JFL-GNSC-AP68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Q5AA-EYB5-JQCK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402059"/>
                  </a:ext>
                </a:extLst>
              </a:tr>
              <a:tr h="176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JFL-GNSC-AP42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Q5AA-EZ6A-S56Y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390583"/>
                  </a:ext>
                </a:extLst>
              </a:tr>
              <a:tr h="176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JFL-GNSC-AP27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Q5AA-FRBE-94N5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Client Side Activity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2179"/>
                  </a:ext>
                </a:extLst>
              </a:tr>
              <a:tr h="176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JFL-GNSC-AP72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Q5AA-FTAU-94AS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40659"/>
                  </a:ext>
                </a:extLst>
              </a:tr>
              <a:tr h="176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JFL-GNSC-AP20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Q5AA-GHXM-TRTK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730220"/>
                  </a:ext>
                </a:extLst>
              </a:tr>
              <a:tr h="176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JFL-GNSC-AP28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Q5AA-GJ47-DK5X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Client Side Activity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472570"/>
                  </a:ext>
                </a:extLst>
              </a:tr>
              <a:tr h="176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JFL-GNSC-AP26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Q5AA-H6R3-LUMM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111546"/>
                  </a:ext>
                </a:extLst>
              </a:tr>
              <a:tr h="176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JFL-GNSC-AP17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Q5AA-HBAV-ACSS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063728"/>
                  </a:ext>
                </a:extLst>
              </a:tr>
              <a:tr h="176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JFL-GNSC-AP69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Q5AA-HV4L-P853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250720"/>
                  </a:ext>
                </a:extLst>
              </a:tr>
              <a:tr h="176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JFL-GNSC-AP30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Q5AA-J9A9-ZJ2B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466325"/>
                  </a:ext>
                </a:extLst>
              </a:tr>
              <a:tr h="176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JFL-GNSC-AP24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Q5AA-JKR4-S9MX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660828"/>
                  </a:ext>
                </a:extLst>
              </a:tr>
              <a:tr h="176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JFL-GNSC-AP43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Q5AA-JPYJ-YC9M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064847"/>
                  </a:ext>
                </a:extLst>
              </a:tr>
              <a:tr h="176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JFL-GNSC-AP66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Q5AA-JYZN-6KKB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Client Side Activity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939654"/>
                  </a:ext>
                </a:extLst>
              </a:tr>
              <a:tr h="1762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JFL-GNSC-AP37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Q5AA-LCK3-FDNW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Client Side Activity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702163"/>
                  </a:ext>
                </a:extLst>
              </a:tr>
            </a:tbl>
          </a:graphicData>
        </a:graphic>
      </p:graphicFrame>
      <p:sp>
        <p:nvSpPr>
          <p:cNvPr id="4" name="Text 0">
            <a:extLst>
              <a:ext uri="{FF2B5EF4-FFF2-40B4-BE49-F238E27FC236}">
                <a16:creationId xmlns:a16="http://schemas.microsoft.com/office/drawing/2014/main" id="{FFC795EE-CD23-EA9A-CBDA-BE00C96A1DA7}"/>
              </a:ext>
            </a:extLst>
          </p:cNvPr>
          <p:cNvSpPr/>
          <p:nvPr/>
        </p:nvSpPr>
        <p:spPr>
          <a:xfrm>
            <a:off x="502920" y="1554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</a:t>
            </a: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906305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2AC81E-C9D9-5B38-59C4-8813CEF01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15">
            <a:extLst>
              <a:ext uri="{FF2B5EF4-FFF2-40B4-BE49-F238E27FC236}">
                <a16:creationId xmlns:a16="http://schemas.microsoft.com/office/drawing/2014/main" id="{09654FCE-9945-D37B-AD78-6F28500B08F6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</a:t>
            </a:r>
            <a:r>
              <a:rPr lang="en-US" sz="90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</a:t>
            </a:r>
            <a:endParaRPr lang="en-US" sz="9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741E42-C79E-EBCB-DCB6-7E4CBBE3A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327182"/>
              </p:ext>
            </p:extLst>
          </p:nvPr>
        </p:nvGraphicFramePr>
        <p:xfrm>
          <a:off x="462280" y="371982"/>
          <a:ext cx="11272520" cy="6138546"/>
        </p:xfrm>
        <a:graphic>
          <a:graphicData uri="http://schemas.openxmlformats.org/drawingml/2006/table">
            <a:tbl>
              <a:tblPr/>
              <a:tblGrid>
                <a:gridCol w="480611">
                  <a:extLst>
                    <a:ext uri="{9D8B030D-6E8A-4147-A177-3AD203B41FA5}">
                      <a16:colId xmlns:a16="http://schemas.microsoft.com/office/drawing/2014/main" val="3786055310"/>
                    </a:ext>
                  </a:extLst>
                </a:gridCol>
                <a:gridCol w="1572911">
                  <a:extLst>
                    <a:ext uri="{9D8B030D-6E8A-4147-A177-3AD203B41FA5}">
                      <a16:colId xmlns:a16="http://schemas.microsoft.com/office/drawing/2014/main" val="3966596982"/>
                    </a:ext>
                  </a:extLst>
                </a:gridCol>
                <a:gridCol w="1769523">
                  <a:extLst>
                    <a:ext uri="{9D8B030D-6E8A-4147-A177-3AD203B41FA5}">
                      <a16:colId xmlns:a16="http://schemas.microsoft.com/office/drawing/2014/main" val="1703781946"/>
                    </a:ext>
                  </a:extLst>
                </a:gridCol>
                <a:gridCol w="2140904">
                  <a:extLst>
                    <a:ext uri="{9D8B030D-6E8A-4147-A177-3AD203B41FA5}">
                      <a16:colId xmlns:a16="http://schemas.microsoft.com/office/drawing/2014/main" val="75819108"/>
                    </a:ext>
                  </a:extLst>
                </a:gridCol>
                <a:gridCol w="1398141">
                  <a:extLst>
                    <a:ext uri="{9D8B030D-6E8A-4147-A177-3AD203B41FA5}">
                      <a16:colId xmlns:a16="http://schemas.microsoft.com/office/drawing/2014/main" val="2237566240"/>
                    </a:ext>
                  </a:extLst>
                </a:gridCol>
                <a:gridCol w="1747679">
                  <a:extLst>
                    <a:ext uri="{9D8B030D-6E8A-4147-A177-3AD203B41FA5}">
                      <a16:colId xmlns:a16="http://schemas.microsoft.com/office/drawing/2014/main" val="782399324"/>
                    </a:ext>
                  </a:extLst>
                </a:gridCol>
                <a:gridCol w="2162751">
                  <a:extLst>
                    <a:ext uri="{9D8B030D-6E8A-4147-A177-3AD203B41FA5}">
                      <a16:colId xmlns:a16="http://schemas.microsoft.com/office/drawing/2014/main" val="1677407204"/>
                    </a:ext>
                  </a:extLst>
                </a:gridCol>
              </a:tblGrid>
              <a:tr h="211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S.N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Location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Hostname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Serial No.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Device Type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No of Incidents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Primary RCA Driver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691298"/>
                  </a:ext>
                </a:extLst>
              </a:tr>
              <a:tr h="211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JFL-GNSC-AP03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Q5AA-MRTL-AP9K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386503"/>
                  </a:ext>
                </a:extLst>
              </a:tr>
              <a:tr h="211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JFL-GNSC-AP39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Q5AA-NVD9-AZTY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779716"/>
                  </a:ext>
                </a:extLst>
              </a:tr>
              <a:tr h="211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JFL-GNSC-AP19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Q5AA-QK4J-4K9J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760972"/>
                  </a:ext>
                </a:extLst>
              </a:tr>
              <a:tr h="211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JFL-GNSC-AP45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Q5AA-SFG2-7EPQ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470504"/>
                  </a:ext>
                </a:extLst>
              </a:tr>
              <a:tr h="211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JFL-GNSC-AP10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Q5AA-SK3L-NVFH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599515"/>
                  </a:ext>
                </a:extLst>
              </a:tr>
              <a:tr h="211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JFL-GNSC-AP07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Q5AA-SK8J-GRTZ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332121"/>
                  </a:ext>
                </a:extLst>
              </a:tr>
              <a:tr h="211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JFL-GNSC-AP38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Q5AA-SKZM-8VYM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957986"/>
                  </a:ext>
                </a:extLst>
              </a:tr>
              <a:tr h="211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JFL-GNSC-AP34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Q5AA-TSZZ-HUFQ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Client Side Activity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27308"/>
                  </a:ext>
                </a:extLst>
              </a:tr>
              <a:tr h="211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JFL-GNSC-AP35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Q5AA-U98X-3FD7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Client Side Activity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58904"/>
                  </a:ext>
                </a:extLst>
              </a:tr>
              <a:tr h="211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JFL-GNSC-AP31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Q5AA-V3B6-RSQX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78737"/>
                  </a:ext>
                </a:extLst>
              </a:tr>
              <a:tr h="211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JFL-GNSC-AP32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Q5AA-VEJP-CVJ6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779774"/>
                  </a:ext>
                </a:extLst>
              </a:tr>
              <a:tr h="211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JFL-GNSC-AP09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Q5AA-WZA9-XYK8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387720"/>
                  </a:ext>
                </a:extLst>
              </a:tr>
              <a:tr h="211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JFL-GNSC-AP71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Q5AA-XDV9-FKTX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964859"/>
                  </a:ext>
                </a:extLst>
              </a:tr>
              <a:tr h="211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61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JFL-GNSC-AP54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Q5AA-XGDL-V7JB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163928"/>
                  </a:ext>
                </a:extLst>
              </a:tr>
              <a:tr h="211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62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JFL-GNSC-AP14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Q5AA-Y9EX-GL7E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453168"/>
                  </a:ext>
                </a:extLst>
              </a:tr>
              <a:tr h="211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JFL-GNSC-AP40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Q5AA-YF4N-2L5P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206286"/>
                  </a:ext>
                </a:extLst>
              </a:tr>
              <a:tr h="211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JFL-GNSC-AP05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Q5AA-Z3WW-CY6C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634731"/>
                  </a:ext>
                </a:extLst>
              </a:tr>
              <a:tr h="211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65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JFL-GNSC-AP65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Q5AA-ZJ3S-NUDX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420581"/>
                  </a:ext>
                </a:extLst>
              </a:tr>
              <a:tr h="211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JFL-GNSC-AP25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Q5AR-29J7-8Q63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32163"/>
                  </a:ext>
                </a:extLst>
              </a:tr>
              <a:tr h="211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Q5AR-4HHE-SHRQ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435875"/>
                  </a:ext>
                </a:extLst>
              </a:tr>
              <a:tr h="211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68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JFL-GNSC-AP23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Q5AR-527V-Z8YR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630626"/>
                  </a:ext>
                </a:extLst>
              </a:tr>
              <a:tr h="211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JFL-GNSC-AP06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Q5AR-6LBA-42SM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12375"/>
                  </a:ext>
                </a:extLst>
              </a:tr>
              <a:tr h="211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Q5AR-6ZPA-KEDB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5900153"/>
                  </a:ext>
                </a:extLst>
              </a:tr>
              <a:tr h="211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71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JFL-GNSC-AP15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Q5AR-894G-VGNX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727846"/>
                  </a:ext>
                </a:extLst>
              </a:tr>
              <a:tr h="211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72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JFL-GNSC-AP01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Q5AR-8UTU-MX6B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284866"/>
                  </a:ext>
                </a:extLst>
              </a:tr>
              <a:tr h="211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73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JFL-GNSC-AP13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Q5AR-DA7D-L9PN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809975"/>
                  </a:ext>
                </a:extLst>
              </a:tr>
              <a:tr h="211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74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JFL-GNSC-AP11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Q5AR-DAMQ-NUE2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922521"/>
                  </a:ext>
                </a:extLst>
              </a:tr>
              <a:tr h="211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75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Greater 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Q5AR-U92E-8268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523636"/>
                  </a:ext>
                </a:extLst>
              </a:tr>
            </a:tbl>
          </a:graphicData>
        </a:graphic>
      </p:graphicFrame>
      <p:sp>
        <p:nvSpPr>
          <p:cNvPr id="4" name="Text 0">
            <a:extLst>
              <a:ext uri="{FF2B5EF4-FFF2-40B4-BE49-F238E27FC236}">
                <a16:creationId xmlns:a16="http://schemas.microsoft.com/office/drawing/2014/main" id="{BF5B660D-44F0-5623-148E-CE2B734B3ADD}"/>
              </a:ext>
            </a:extLst>
          </p:cNvPr>
          <p:cNvSpPr/>
          <p:nvPr/>
        </p:nvSpPr>
        <p:spPr>
          <a:xfrm>
            <a:off x="457200" y="731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</a:t>
            </a: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319729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357662-8184-6677-AE2F-E3EAB2380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E7D7120-8855-5C13-B372-2153C5022507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</a:t>
            </a: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1DD7078-5F59-6334-32C9-013874FA3A40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Guwahati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23BE440-A8FB-ED52-6175-511F2AC2B4A8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AC72CFB-104B-A283-6177-DB6F8C607C3F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F5381E5-72C6-2CB6-0226-5FDB6F9CEB5C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1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5DC0AA8-4D14-189A-5A8A-1F9502B107FD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FCE7FF7-4583-DE9F-6C5F-D952BB719031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6E68DF4-5F77-8A3E-030F-A0D632D371A7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24C610C-0685-B18D-64C9-E3FEB3021891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8DBB6F5-BAF5-35A6-951A-C9BF07543013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7C7C03E-23E3-3DED-C440-E7C2F6730962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815D493-98DB-38CD-058E-BCA9B00CFE7C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2340B40-387A-9089-BE97-B337AC13AD7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5BC9DEF-04EA-CB89-32E8-0D9DABA98D62}"/>
              </a:ext>
            </a:extLst>
          </p:cNvPr>
          <p:cNvSpPr/>
          <p:nvPr/>
        </p:nvSpPr>
        <p:spPr>
          <a:xfrm>
            <a:off x="9095994" y="1692148"/>
            <a:ext cx="242544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00000"/>
                </a:solidFill>
                <a:latin typeface="Aptos Narrow" panose="020B0004020202020204" pitchFamily="34" charset="0"/>
              </a:rPr>
              <a:t>Device Power Issues</a:t>
            </a:r>
          </a:p>
          <a:p>
            <a:pPr marL="0" indent="0" algn="l">
              <a:buNone/>
            </a:pPr>
            <a:endParaRPr lang="en-US" b="1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2C5C00B-F91E-6E83-8187-06AB267ED1F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3E0E591A-DAD9-B43E-FD92-9CF459FA0131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</a:t>
            </a:r>
            <a:r>
              <a:rPr lang="en-US" sz="90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</a:t>
            </a:r>
            <a:endParaRPr lang="en-US" sz="900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5F68EE5C-F779-34F0-3355-A9A165819A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030352"/>
              </p:ext>
            </p:extLst>
          </p:nvPr>
        </p:nvGraphicFramePr>
        <p:xfrm>
          <a:off x="502920" y="2761995"/>
          <a:ext cx="10963656" cy="1051560"/>
        </p:xfrm>
        <a:graphic>
          <a:graphicData uri="http://schemas.openxmlformats.org/drawingml/2006/table">
            <a:tbl>
              <a:tblPr/>
              <a:tblGrid>
                <a:gridCol w="400133">
                  <a:extLst>
                    <a:ext uri="{9D8B030D-6E8A-4147-A177-3AD203B41FA5}">
                      <a16:colId xmlns:a16="http://schemas.microsoft.com/office/drawing/2014/main" val="1583445687"/>
                    </a:ext>
                  </a:extLst>
                </a:gridCol>
                <a:gridCol w="1232411">
                  <a:extLst>
                    <a:ext uri="{9D8B030D-6E8A-4147-A177-3AD203B41FA5}">
                      <a16:colId xmlns:a16="http://schemas.microsoft.com/office/drawing/2014/main" val="968955625"/>
                    </a:ext>
                  </a:extLst>
                </a:gridCol>
                <a:gridCol w="3537180">
                  <a:extLst>
                    <a:ext uri="{9D8B030D-6E8A-4147-A177-3AD203B41FA5}">
                      <a16:colId xmlns:a16="http://schemas.microsoft.com/office/drawing/2014/main" val="50659181"/>
                    </a:ext>
                  </a:extLst>
                </a:gridCol>
                <a:gridCol w="1728576">
                  <a:extLst>
                    <a:ext uri="{9D8B030D-6E8A-4147-A177-3AD203B41FA5}">
                      <a16:colId xmlns:a16="http://schemas.microsoft.com/office/drawing/2014/main" val="2166146645"/>
                    </a:ext>
                  </a:extLst>
                </a:gridCol>
                <a:gridCol w="1072358">
                  <a:extLst>
                    <a:ext uri="{9D8B030D-6E8A-4147-A177-3AD203B41FA5}">
                      <a16:colId xmlns:a16="http://schemas.microsoft.com/office/drawing/2014/main" val="999704772"/>
                    </a:ext>
                  </a:extLst>
                </a:gridCol>
                <a:gridCol w="1328443">
                  <a:extLst>
                    <a:ext uri="{9D8B030D-6E8A-4147-A177-3AD203B41FA5}">
                      <a16:colId xmlns:a16="http://schemas.microsoft.com/office/drawing/2014/main" val="2437699896"/>
                    </a:ext>
                  </a:extLst>
                </a:gridCol>
                <a:gridCol w="1664555">
                  <a:extLst>
                    <a:ext uri="{9D8B030D-6E8A-4147-A177-3AD203B41FA5}">
                      <a16:colId xmlns:a16="http://schemas.microsoft.com/office/drawing/2014/main" val="560459678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S.N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Location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Hostname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Serial No.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Device Type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No of Incidents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94160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Guwahati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JFL-Guwahati-SSC-AP-02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Q3KG-ZJZJ-WWH5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582946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Guwahati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JFL-Guwahati-SSC-AP-03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Q5AA-RM28-C2R8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529553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Guwahati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JFL-Guwahati-SSC-AP-01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Q5AR-T7UY-LJRT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762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91332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F5CC3D-EE96-8FA0-6ECB-3DA3741CE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B31D6B-0A14-AED5-785C-1494927371E1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</a:t>
            </a: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5B2C829-6506-7A9B-48C3-A7AFDF9C2D2E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Mohali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223A8E9-4303-8111-CF50-9369EFFF8E1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3EFAB7D-108A-83A8-012A-67AF29E4C43D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C845187-1B8E-E606-AD11-7D3FDF99B1A1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19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EACA5EF-7732-F727-0D04-954B7CE7D6E3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4665732-7C93-38D1-D25B-BB2DA6CD1AFD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C13AA3F-8FB6-139F-6697-64D4104BF3D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19		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42A951C-0018-79B6-E4CA-EABF29B493EE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723772A-77C8-4C68-E2B1-FA5D5CBB730A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3C3B414-AAF6-56E0-209E-8D540316088A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5D406DE-BB58-FE82-BA39-C55AE1616F88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9260238-32E4-E8AA-1D67-D150E5CB8C57}"/>
              </a:ext>
            </a:extLst>
          </p:cNvPr>
          <p:cNvSpPr/>
          <p:nvPr/>
        </p:nvSpPr>
        <p:spPr>
          <a:xfrm>
            <a:off x="9041130" y="1450645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756FA18-60B5-0821-3571-72D2C8D20010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00000"/>
                </a:solidFill>
                <a:latin typeface="Aptos Narrow" panose="020B0004020202020204" pitchFamily="34" charset="0"/>
              </a:rPr>
              <a:t>Device Power Issues</a:t>
            </a:r>
          </a:p>
          <a:p>
            <a:pPr marL="0" indent="0" algn="l">
              <a:buNone/>
            </a:pPr>
            <a:endParaRPr lang="en-US" b="1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D997769-C047-2634-9A2E-7CF9359A3FE8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4045DF5B-5171-3561-7904-EAE11EE24FFB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</a:t>
            </a:r>
            <a:r>
              <a:rPr lang="en-US" sz="90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</a:t>
            </a:r>
            <a:endParaRPr lang="en-US" sz="900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7AE9715-7DC8-C6CC-38CD-9A1E50AD27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288878"/>
              </p:ext>
            </p:extLst>
          </p:nvPr>
        </p:nvGraphicFramePr>
        <p:xfrm>
          <a:off x="502920" y="2611933"/>
          <a:ext cx="10963656" cy="3801264"/>
        </p:xfrm>
        <a:graphic>
          <a:graphicData uri="http://schemas.openxmlformats.org/drawingml/2006/table">
            <a:tbl>
              <a:tblPr/>
              <a:tblGrid>
                <a:gridCol w="400133">
                  <a:extLst>
                    <a:ext uri="{9D8B030D-6E8A-4147-A177-3AD203B41FA5}">
                      <a16:colId xmlns:a16="http://schemas.microsoft.com/office/drawing/2014/main" val="138254499"/>
                    </a:ext>
                  </a:extLst>
                </a:gridCol>
                <a:gridCol w="1232411">
                  <a:extLst>
                    <a:ext uri="{9D8B030D-6E8A-4147-A177-3AD203B41FA5}">
                      <a16:colId xmlns:a16="http://schemas.microsoft.com/office/drawing/2014/main" val="530555036"/>
                    </a:ext>
                  </a:extLst>
                </a:gridCol>
                <a:gridCol w="3537180">
                  <a:extLst>
                    <a:ext uri="{9D8B030D-6E8A-4147-A177-3AD203B41FA5}">
                      <a16:colId xmlns:a16="http://schemas.microsoft.com/office/drawing/2014/main" val="1878477147"/>
                    </a:ext>
                  </a:extLst>
                </a:gridCol>
                <a:gridCol w="1728576">
                  <a:extLst>
                    <a:ext uri="{9D8B030D-6E8A-4147-A177-3AD203B41FA5}">
                      <a16:colId xmlns:a16="http://schemas.microsoft.com/office/drawing/2014/main" val="1649532298"/>
                    </a:ext>
                  </a:extLst>
                </a:gridCol>
                <a:gridCol w="1072358">
                  <a:extLst>
                    <a:ext uri="{9D8B030D-6E8A-4147-A177-3AD203B41FA5}">
                      <a16:colId xmlns:a16="http://schemas.microsoft.com/office/drawing/2014/main" val="1562461116"/>
                    </a:ext>
                  </a:extLst>
                </a:gridCol>
                <a:gridCol w="1328443">
                  <a:extLst>
                    <a:ext uri="{9D8B030D-6E8A-4147-A177-3AD203B41FA5}">
                      <a16:colId xmlns:a16="http://schemas.microsoft.com/office/drawing/2014/main" val="1325894655"/>
                    </a:ext>
                  </a:extLst>
                </a:gridCol>
                <a:gridCol w="1664555">
                  <a:extLst>
                    <a:ext uri="{9D8B030D-6E8A-4147-A177-3AD203B41FA5}">
                      <a16:colId xmlns:a16="http://schemas.microsoft.com/office/drawing/2014/main" val="3926085828"/>
                    </a:ext>
                  </a:extLst>
                </a:gridCol>
              </a:tblGrid>
              <a:tr h="2375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S.N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Location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Hostname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Serial No.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Device Type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No of Incidents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871183"/>
                  </a:ext>
                </a:extLst>
              </a:tr>
              <a:tr h="2375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Mohali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JFL-Mohali-SCC-AP12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Q3KG-9RDD-U5HG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201144"/>
                  </a:ext>
                </a:extLst>
              </a:tr>
              <a:tr h="2375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Mohali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JFL-Mohali-SCC-AP04 NEW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Q3KG-LYY3-LR6R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895615"/>
                  </a:ext>
                </a:extLst>
              </a:tr>
              <a:tr h="2375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Mohali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JFL-Mohali-SCC-AP15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Q3KG-Y9ZZ-W8HK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625807"/>
                  </a:ext>
                </a:extLst>
              </a:tr>
              <a:tr h="2375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Mohali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JFL-Mohali-SCC-AP10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Q5AA-43RJ-JQUD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788958"/>
                  </a:ext>
                </a:extLst>
              </a:tr>
              <a:tr h="2375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Mohali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JFL-Mohali-SCC-AP06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Q5AA-8PQC-7V98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164042"/>
                  </a:ext>
                </a:extLst>
              </a:tr>
              <a:tr h="2375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Mohali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JFL-Mohali-SCC-AP07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Q5AA-E8FN-53RX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228780"/>
                  </a:ext>
                </a:extLst>
              </a:tr>
              <a:tr h="2375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Mohali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JFL-Mohali-SCC-AP11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Q5AA-GBHE-WVEQ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55996"/>
                  </a:ext>
                </a:extLst>
              </a:tr>
              <a:tr h="2375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Mohali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JFL-Mohali-SCC-AP02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Q5AA-GMN6-UE62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530296"/>
                  </a:ext>
                </a:extLst>
              </a:tr>
              <a:tr h="2375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Mohali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JFL-Mohali-SCC-AP03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Q5AA-KHJW-U94C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455216"/>
                  </a:ext>
                </a:extLst>
              </a:tr>
              <a:tr h="2375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Mohali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JFL-Mohali-SCC-AP14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Q5AA-MHPW-2YA8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728680"/>
                  </a:ext>
                </a:extLst>
              </a:tr>
              <a:tr h="2375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Mohali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JFL-Mohali-SCC-AP08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Q5AA-PHPN-4452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358611"/>
                  </a:ext>
                </a:extLst>
              </a:tr>
              <a:tr h="2375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Mohali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JFL-Mohali-SCC-AP05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Q5AA-V3D8-DKEG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665407"/>
                  </a:ext>
                </a:extLst>
              </a:tr>
              <a:tr h="2375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Mohali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JFL-Mohali-SCC-AP01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Q5AR-56BZ-6TSR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162566"/>
                  </a:ext>
                </a:extLst>
              </a:tr>
              <a:tr h="2375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Mohali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JFL-Mohali-SCC-AP13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Q5AR-A7VQ-MZJM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986253"/>
                  </a:ext>
                </a:extLst>
              </a:tr>
              <a:tr h="2375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Mohali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JFL-Mohali-SCC-AP09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Q5AR-TEZ8-EZVW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267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62870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E22821-F1BE-69D9-9B14-1D4DD3981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2363D8B-AC6A-9FA6-331F-44DF8F68D48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</a:t>
            </a: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BFC1376-E62B-D36B-D071-A45C20FE2A91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Nagpur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7B33D5D-8AA5-DA78-2069-6502EFA080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7BE8438-18B8-4954-D440-0ED3A240FB1E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00A05BB-BF1D-777B-48FB-477020FF2351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1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6CF5ED8-5D94-2104-085D-F48B9B8D346D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5C7F422-664C-6286-6F93-42D2034D375A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66400AA-4834-4AC8-1733-206C9BA93CF1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1	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FCEB320-22E0-C242-3610-BBBE1C0932D8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5B0CEF3-0661-65F1-CFDB-95219825E50C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r>
              <a:rPr lang="en-US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IN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F885021-1D93-5AB8-D735-925015DBFFFC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70A87FB-5DD4-AF9C-D5D7-2DC2DCFA3E8B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1B2EA49-EBC9-CFBC-543A-D97F0787517F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1ADE62B-F439-BA31-1F85-8733020D9067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00000"/>
                </a:solidFill>
                <a:latin typeface="Aptos Narrow" panose="020B0004020202020204" pitchFamily="34" charset="0"/>
              </a:rPr>
              <a:t>Client -Side Activity</a:t>
            </a:r>
          </a:p>
          <a:p>
            <a:pPr marL="0" indent="0" algn="l">
              <a:buNone/>
            </a:pPr>
            <a:endParaRPr lang="en-US" b="1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1B6DDC4-0A06-933C-A564-6C884AEC7E00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8D75F814-97BA-6FA9-E4C1-804D5090F24A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</a:t>
            </a:r>
            <a:r>
              <a:rPr lang="en-US" sz="90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</a:t>
            </a:r>
            <a:endParaRPr lang="en-US" sz="900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A125E64C-2DE3-4BDD-2C4E-8994B7482C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034905"/>
              </p:ext>
            </p:extLst>
          </p:nvPr>
        </p:nvGraphicFramePr>
        <p:xfrm>
          <a:off x="502920" y="2756490"/>
          <a:ext cx="10963656" cy="1916096"/>
        </p:xfrm>
        <a:graphic>
          <a:graphicData uri="http://schemas.openxmlformats.org/drawingml/2006/table">
            <a:tbl>
              <a:tblPr/>
              <a:tblGrid>
                <a:gridCol w="400133">
                  <a:extLst>
                    <a:ext uri="{9D8B030D-6E8A-4147-A177-3AD203B41FA5}">
                      <a16:colId xmlns:a16="http://schemas.microsoft.com/office/drawing/2014/main" val="3033064924"/>
                    </a:ext>
                  </a:extLst>
                </a:gridCol>
                <a:gridCol w="1232411">
                  <a:extLst>
                    <a:ext uri="{9D8B030D-6E8A-4147-A177-3AD203B41FA5}">
                      <a16:colId xmlns:a16="http://schemas.microsoft.com/office/drawing/2014/main" val="3002302664"/>
                    </a:ext>
                  </a:extLst>
                </a:gridCol>
                <a:gridCol w="3537180">
                  <a:extLst>
                    <a:ext uri="{9D8B030D-6E8A-4147-A177-3AD203B41FA5}">
                      <a16:colId xmlns:a16="http://schemas.microsoft.com/office/drawing/2014/main" val="1462683510"/>
                    </a:ext>
                  </a:extLst>
                </a:gridCol>
                <a:gridCol w="1728576">
                  <a:extLst>
                    <a:ext uri="{9D8B030D-6E8A-4147-A177-3AD203B41FA5}">
                      <a16:colId xmlns:a16="http://schemas.microsoft.com/office/drawing/2014/main" val="1422610112"/>
                    </a:ext>
                  </a:extLst>
                </a:gridCol>
                <a:gridCol w="1072358">
                  <a:extLst>
                    <a:ext uri="{9D8B030D-6E8A-4147-A177-3AD203B41FA5}">
                      <a16:colId xmlns:a16="http://schemas.microsoft.com/office/drawing/2014/main" val="4104757395"/>
                    </a:ext>
                  </a:extLst>
                </a:gridCol>
                <a:gridCol w="1328443">
                  <a:extLst>
                    <a:ext uri="{9D8B030D-6E8A-4147-A177-3AD203B41FA5}">
                      <a16:colId xmlns:a16="http://schemas.microsoft.com/office/drawing/2014/main" val="129952734"/>
                    </a:ext>
                  </a:extLst>
                </a:gridCol>
                <a:gridCol w="1664555">
                  <a:extLst>
                    <a:ext uri="{9D8B030D-6E8A-4147-A177-3AD203B41FA5}">
                      <a16:colId xmlns:a16="http://schemas.microsoft.com/office/drawing/2014/main" val="2810114803"/>
                    </a:ext>
                  </a:extLst>
                </a:gridCol>
              </a:tblGrid>
              <a:tr h="2737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S.N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Location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Hostname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Serial No.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Device Type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No of Incidents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729898"/>
                  </a:ext>
                </a:extLst>
              </a:tr>
              <a:tr h="2737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Nagpur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JFL-NAG-SSC-AP05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Q3KG-FBVZ-2RBN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391793"/>
                  </a:ext>
                </a:extLst>
              </a:tr>
              <a:tr h="2737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Nagpur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JFL-NAG-SSC-AP06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Q3KG-MBCN-DSBC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451591"/>
                  </a:ext>
                </a:extLst>
              </a:tr>
              <a:tr h="2737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Nagpur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JFL-NAG-SSC-AP04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Q3KG-P7GS-UMEQ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899999"/>
                  </a:ext>
                </a:extLst>
              </a:tr>
              <a:tr h="2737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Nagpur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JFL-NAG-SSC-AP03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Q5AA-XH9E-KZRJ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340765"/>
                  </a:ext>
                </a:extLst>
              </a:tr>
              <a:tr h="2737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Nagpur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JFL-NAG-SSC-AP02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Q5AR-4FGW-G4PW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670652"/>
                  </a:ext>
                </a:extLst>
              </a:tr>
              <a:tr h="2737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Nagpur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JFL-NAG-SCC-AP01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Q5AR-9UF6-M73Y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110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82115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77D6B9-DC71-2082-C4A8-7727BC206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01114EE-842A-8A72-9EBF-D972978D8BCC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</a:t>
            </a: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8D291F6-BBBA-A28E-648C-4778699E75C0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Hyderabad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C9BFA4B-6191-FF37-EA73-7372454FEFD5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B91DA42-1854-7622-51BD-1B6A9B8017B6}"/>
              </a:ext>
            </a:extLst>
          </p:cNvPr>
          <p:cNvSpPr/>
          <p:nvPr/>
        </p:nvSpPr>
        <p:spPr>
          <a:xfrm>
            <a:off x="502920" y="1417320"/>
            <a:ext cx="2754630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B9A5C00-42F4-1920-D85A-D22FE828B75C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4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9CC808E-ED11-AB46-7DB9-22A5C5EB9BE0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22448B9-9983-9897-FCA3-9567FE31888A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D89A55A-7578-8454-6207-A8FFE4E94C22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4	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D063A0F-E3F3-4B0B-9D12-69931DD6FEB2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27843C2-FC0D-2417-B39B-3C22D44F1827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r>
              <a:rPr lang="en-US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IN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4A47613-ECF0-1740-8470-68EE635BF0CA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1E00C38-CCE2-3522-72A8-7B26B7F255AE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45B4472-C093-3FB1-E599-DEE53B543419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DF0122A-68CD-EDC1-D37E-5822B6EDAD9C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Device</a:t>
            </a:r>
            <a:r>
              <a:rPr lang="en-US" b="1" dirty="0">
                <a:solidFill>
                  <a:srgbClr val="9C0006"/>
                </a:solidFill>
                <a:latin typeface="Aptos Narrow" panose="020B0004020202020204" pitchFamily="34" charset="0"/>
              </a:rPr>
              <a:t> </a:t>
            </a:r>
            <a:r>
              <a:rPr lang="en-US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Power Issues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FD8F530-752F-51C3-B50F-194A31367875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2F6AD20-2BDE-E583-EAFF-1AD08A4C3F5A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</a:t>
            </a:r>
            <a:r>
              <a:rPr lang="en-US" sz="90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</a:t>
            </a:r>
            <a:endParaRPr lang="en-US" sz="900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DBD2FC7-60B2-24C5-6C6A-99435A3CBA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346384"/>
              </p:ext>
            </p:extLst>
          </p:nvPr>
        </p:nvGraphicFramePr>
        <p:xfrm>
          <a:off x="502920" y="2677242"/>
          <a:ext cx="11073384" cy="3615660"/>
        </p:xfrm>
        <a:graphic>
          <a:graphicData uri="http://schemas.openxmlformats.org/drawingml/2006/table">
            <a:tbl>
              <a:tblPr/>
              <a:tblGrid>
                <a:gridCol w="404138">
                  <a:extLst>
                    <a:ext uri="{9D8B030D-6E8A-4147-A177-3AD203B41FA5}">
                      <a16:colId xmlns:a16="http://schemas.microsoft.com/office/drawing/2014/main" val="2947492548"/>
                    </a:ext>
                  </a:extLst>
                </a:gridCol>
                <a:gridCol w="1244745">
                  <a:extLst>
                    <a:ext uri="{9D8B030D-6E8A-4147-A177-3AD203B41FA5}">
                      <a16:colId xmlns:a16="http://schemas.microsoft.com/office/drawing/2014/main" val="1917301624"/>
                    </a:ext>
                  </a:extLst>
                </a:gridCol>
                <a:gridCol w="3572581">
                  <a:extLst>
                    <a:ext uri="{9D8B030D-6E8A-4147-A177-3AD203B41FA5}">
                      <a16:colId xmlns:a16="http://schemas.microsoft.com/office/drawing/2014/main" val="1055935713"/>
                    </a:ext>
                  </a:extLst>
                </a:gridCol>
                <a:gridCol w="1745877">
                  <a:extLst>
                    <a:ext uri="{9D8B030D-6E8A-4147-A177-3AD203B41FA5}">
                      <a16:colId xmlns:a16="http://schemas.microsoft.com/office/drawing/2014/main" val="3577758770"/>
                    </a:ext>
                  </a:extLst>
                </a:gridCol>
                <a:gridCol w="1083090">
                  <a:extLst>
                    <a:ext uri="{9D8B030D-6E8A-4147-A177-3AD203B41FA5}">
                      <a16:colId xmlns:a16="http://schemas.microsoft.com/office/drawing/2014/main" val="2082097277"/>
                    </a:ext>
                  </a:extLst>
                </a:gridCol>
                <a:gridCol w="1341738">
                  <a:extLst>
                    <a:ext uri="{9D8B030D-6E8A-4147-A177-3AD203B41FA5}">
                      <a16:colId xmlns:a16="http://schemas.microsoft.com/office/drawing/2014/main" val="3277173197"/>
                    </a:ext>
                  </a:extLst>
                </a:gridCol>
                <a:gridCol w="1681215">
                  <a:extLst>
                    <a:ext uri="{9D8B030D-6E8A-4147-A177-3AD203B41FA5}">
                      <a16:colId xmlns:a16="http://schemas.microsoft.com/office/drawing/2014/main" val="1802782727"/>
                    </a:ext>
                  </a:extLst>
                </a:gridCol>
              </a:tblGrid>
              <a:tr h="2410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S.N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Location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Hostname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Serial No.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Device Type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No of Incidents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475300"/>
                  </a:ext>
                </a:extLst>
              </a:tr>
              <a:tr h="2410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Hyderabad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JFL-HYD-SCC-AP11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Q3KG-TLUW-VDX7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66436"/>
                  </a:ext>
                </a:extLst>
              </a:tr>
              <a:tr h="2410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Hyderabad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JFL-HYD-SCC-AP10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Q3KG-U9M3-9GEC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986883"/>
                  </a:ext>
                </a:extLst>
              </a:tr>
              <a:tr h="2410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Hyderabad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JFL-HYD-SCC-AP09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Q3KG-UKZ7-TA5X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95209"/>
                  </a:ext>
                </a:extLst>
              </a:tr>
              <a:tr h="2410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Hyderabad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JFL-HYD-SCC-AP02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Q5AA-23YU-R3GZ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6124486"/>
                  </a:ext>
                </a:extLst>
              </a:tr>
              <a:tr h="2410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Hyderabad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JFL-HYD-SCC-AP15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Q5AA-46QV-Z3ZC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853608"/>
                  </a:ext>
                </a:extLst>
              </a:tr>
              <a:tr h="2410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Hyderabad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JFL-HYD-SCC-AP05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Q5AA-6EJ5-AG7V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0165534"/>
                  </a:ext>
                </a:extLst>
              </a:tr>
              <a:tr h="2410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Hyderabad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JFL-HYD-SCC-AP01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Q5AA-GAFW-R58M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412165"/>
                  </a:ext>
                </a:extLst>
              </a:tr>
              <a:tr h="2410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Hyderabad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JFL-HYD-SCC-AP07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Q5AA-Q8AL-KHWV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896802"/>
                  </a:ext>
                </a:extLst>
              </a:tr>
              <a:tr h="2410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Hyderabad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JFL-HYD-SCC-AP14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Q5AA-QLUG-NSPB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011793"/>
                  </a:ext>
                </a:extLst>
              </a:tr>
              <a:tr h="2410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Hyderabad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JFL-HYD-SCC-AP03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Q5AA-R4B3-WH9P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130001"/>
                  </a:ext>
                </a:extLst>
              </a:tr>
              <a:tr h="2410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Hyderabad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JFL-HYD-SCC-AP06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Q5AA-TRMY-596Z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124453"/>
                  </a:ext>
                </a:extLst>
              </a:tr>
              <a:tr h="2410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Hyderabad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JFL-HYD-SCC-AP08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Q5AA-YR33-H6HL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834551"/>
                  </a:ext>
                </a:extLst>
              </a:tr>
              <a:tr h="2410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Hyderabad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JFL-HYD-SCC-AP13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Q5AR-LXCJ-F26L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756057"/>
                  </a:ext>
                </a:extLst>
              </a:tr>
              <a:tr h="2410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Hyderabad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JFL-HYD-SCC-AP04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Q5AR-PZ39-USUZ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737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94498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48B45E-6906-5B99-F883-4FCB829DE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AD00957-9A50-C7B0-5DB8-46C7BD587E24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</a:t>
            </a: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2F67D3-199F-65C7-E382-D753CB7B2EC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Noida—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889EE35-A469-1FEA-7318-3FAEB9309503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8A3FD08-BE22-0009-691E-493E654B0B8E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7B6A483-832B-9BC3-4648-6D4B5C1FB17F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27E583B-9D71-572D-78DE-0014467FFE26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05B6B4E-D3E9-F3F8-881E-D7BBFF8E60CA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F8CBBF6-F2CD-37C0-033C-B306D8E2661A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	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3B3B687-4D9D-5292-70F2-50BA8892A9BD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34CE302-3083-3844-7BD2-E79D18C5DCE3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r>
              <a:rPr lang="en-US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IN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16EEEF7-F730-1569-5C38-5DF8D9334E10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4F44BA7-3796-DC92-7B43-8912A539EFC2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D3695C4-94C2-327E-90F2-E897136FA746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6838591-FCB9-C11B-B514-25075EDC4F37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0000"/>
                </a:solidFill>
                <a:latin typeface="Aptos Narrow" panose="020B0004020202020204" pitchFamily="34" charset="0"/>
              </a:rPr>
              <a:t>NA</a:t>
            </a:r>
          </a:p>
          <a:p>
            <a:pPr marL="0" indent="0" algn="l">
              <a:buNone/>
            </a:pPr>
            <a:endParaRPr lang="en-US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CDDE7EA-D959-2BBE-BC9A-9930E31B8A08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AACE95E6-FF8D-F282-4BF5-15E4971E30BF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</a:t>
            </a:r>
            <a:r>
              <a:rPr lang="en-US" sz="90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</a:t>
            </a:r>
            <a:endParaRPr lang="en-US" sz="900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F073B9C-0999-7E97-27BA-805F2B325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806162"/>
              </p:ext>
            </p:extLst>
          </p:nvPr>
        </p:nvGraphicFramePr>
        <p:xfrm>
          <a:off x="502920" y="2578608"/>
          <a:ext cx="10963657" cy="3511300"/>
        </p:xfrm>
        <a:graphic>
          <a:graphicData uri="http://schemas.openxmlformats.org/drawingml/2006/table">
            <a:tbl>
              <a:tblPr/>
              <a:tblGrid>
                <a:gridCol w="424400">
                  <a:extLst>
                    <a:ext uri="{9D8B030D-6E8A-4147-A177-3AD203B41FA5}">
                      <a16:colId xmlns:a16="http://schemas.microsoft.com/office/drawing/2014/main" val="3794601982"/>
                    </a:ext>
                  </a:extLst>
                </a:gridCol>
                <a:gridCol w="848799">
                  <a:extLst>
                    <a:ext uri="{9D8B030D-6E8A-4147-A177-3AD203B41FA5}">
                      <a16:colId xmlns:a16="http://schemas.microsoft.com/office/drawing/2014/main" val="941748292"/>
                    </a:ext>
                  </a:extLst>
                </a:gridCol>
                <a:gridCol w="3819596">
                  <a:extLst>
                    <a:ext uri="{9D8B030D-6E8A-4147-A177-3AD203B41FA5}">
                      <a16:colId xmlns:a16="http://schemas.microsoft.com/office/drawing/2014/main" val="4273505927"/>
                    </a:ext>
                  </a:extLst>
                </a:gridCol>
                <a:gridCol w="1485399">
                  <a:extLst>
                    <a:ext uri="{9D8B030D-6E8A-4147-A177-3AD203B41FA5}">
                      <a16:colId xmlns:a16="http://schemas.microsoft.com/office/drawing/2014/main" val="1369399636"/>
                    </a:ext>
                  </a:extLst>
                </a:gridCol>
                <a:gridCol w="1167099">
                  <a:extLst>
                    <a:ext uri="{9D8B030D-6E8A-4147-A177-3AD203B41FA5}">
                      <a16:colId xmlns:a16="http://schemas.microsoft.com/office/drawing/2014/main" val="3783055680"/>
                    </a:ext>
                  </a:extLst>
                </a:gridCol>
                <a:gridCol w="1432349">
                  <a:extLst>
                    <a:ext uri="{9D8B030D-6E8A-4147-A177-3AD203B41FA5}">
                      <a16:colId xmlns:a16="http://schemas.microsoft.com/office/drawing/2014/main" val="3904953585"/>
                    </a:ext>
                  </a:extLst>
                </a:gridCol>
                <a:gridCol w="1786015">
                  <a:extLst>
                    <a:ext uri="{9D8B030D-6E8A-4147-A177-3AD203B41FA5}">
                      <a16:colId xmlns:a16="http://schemas.microsoft.com/office/drawing/2014/main" val="2496338270"/>
                    </a:ext>
                  </a:extLst>
                </a:gridCol>
              </a:tblGrid>
              <a:tr h="270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S.N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Location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Hostname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Serial No.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Device Type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No of Incidents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480959"/>
                  </a:ext>
                </a:extLst>
              </a:tr>
              <a:tr h="270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JFL-15F-AP1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FGL2708LJW4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202683"/>
                  </a:ext>
                </a:extLst>
              </a:tr>
              <a:tr h="270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JFL-15F-AP2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FGL2708LJUZ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445517"/>
                  </a:ext>
                </a:extLst>
              </a:tr>
              <a:tr h="270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JFL-15F-AP3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FGL2708LJVZ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670543"/>
                  </a:ext>
                </a:extLst>
              </a:tr>
              <a:tr h="270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JFL-15F-AP4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FGL2708LJUC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297614"/>
                  </a:ext>
                </a:extLst>
              </a:tr>
              <a:tr h="270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JFL-15F-AP5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FGL2708LJVS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439144"/>
                  </a:ext>
                </a:extLst>
              </a:tr>
              <a:tr h="270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JFL-15F-AP6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FGL2708LJXN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929774"/>
                  </a:ext>
                </a:extLst>
              </a:tr>
              <a:tr h="270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JFL-15F-AP7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FGL2708LJYF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12290"/>
                  </a:ext>
                </a:extLst>
              </a:tr>
              <a:tr h="270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FGL2708LJVN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20736"/>
                  </a:ext>
                </a:extLst>
              </a:tr>
              <a:tr h="270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JFL-15F-AP9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FGL2708LJXT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822765"/>
                  </a:ext>
                </a:extLst>
              </a:tr>
              <a:tr h="270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JFL-15F-AP10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FGL2708LJV6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079929"/>
                  </a:ext>
                </a:extLst>
              </a:tr>
              <a:tr h="270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JFL-15F-AP11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FJC292119RC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307125"/>
                  </a:ext>
                </a:extLst>
              </a:tr>
              <a:tr h="270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JFL-16F-AP1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FGL2708LJY2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221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876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97248-5E75-AD57-AE9E-7DE2DF1F3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15">
            <a:extLst>
              <a:ext uri="{FF2B5EF4-FFF2-40B4-BE49-F238E27FC236}">
                <a16:creationId xmlns:a16="http://schemas.microsoft.com/office/drawing/2014/main" id="{E06054A6-03CB-EDF2-66D0-E716A3B04ABB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</a:t>
            </a:r>
            <a:r>
              <a:rPr lang="en-US" sz="90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</a:t>
            </a:r>
            <a:endParaRPr lang="en-US" sz="9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DF540DB-A745-CC6D-AA1D-04E2B15CA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965014"/>
              </p:ext>
            </p:extLst>
          </p:nvPr>
        </p:nvGraphicFramePr>
        <p:xfrm>
          <a:off x="664788" y="560072"/>
          <a:ext cx="10862424" cy="5682608"/>
        </p:xfrm>
        <a:graphic>
          <a:graphicData uri="http://schemas.openxmlformats.org/drawingml/2006/table">
            <a:tbl>
              <a:tblPr/>
              <a:tblGrid>
                <a:gridCol w="420481">
                  <a:extLst>
                    <a:ext uri="{9D8B030D-6E8A-4147-A177-3AD203B41FA5}">
                      <a16:colId xmlns:a16="http://schemas.microsoft.com/office/drawing/2014/main" val="2264736606"/>
                    </a:ext>
                  </a:extLst>
                </a:gridCol>
                <a:gridCol w="840961">
                  <a:extLst>
                    <a:ext uri="{9D8B030D-6E8A-4147-A177-3AD203B41FA5}">
                      <a16:colId xmlns:a16="http://schemas.microsoft.com/office/drawing/2014/main" val="3903019321"/>
                    </a:ext>
                  </a:extLst>
                </a:gridCol>
                <a:gridCol w="3784329">
                  <a:extLst>
                    <a:ext uri="{9D8B030D-6E8A-4147-A177-3AD203B41FA5}">
                      <a16:colId xmlns:a16="http://schemas.microsoft.com/office/drawing/2014/main" val="741957176"/>
                    </a:ext>
                  </a:extLst>
                </a:gridCol>
                <a:gridCol w="1471683">
                  <a:extLst>
                    <a:ext uri="{9D8B030D-6E8A-4147-A177-3AD203B41FA5}">
                      <a16:colId xmlns:a16="http://schemas.microsoft.com/office/drawing/2014/main" val="1919964426"/>
                    </a:ext>
                  </a:extLst>
                </a:gridCol>
                <a:gridCol w="1156322">
                  <a:extLst>
                    <a:ext uri="{9D8B030D-6E8A-4147-A177-3AD203B41FA5}">
                      <a16:colId xmlns:a16="http://schemas.microsoft.com/office/drawing/2014/main" val="4095166851"/>
                    </a:ext>
                  </a:extLst>
                </a:gridCol>
                <a:gridCol w="1419124">
                  <a:extLst>
                    <a:ext uri="{9D8B030D-6E8A-4147-A177-3AD203B41FA5}">
                      <a16:colId xmlns:a16="http://schemas.microsoft.com/office/drawing/2014/main" val="925690572"/>
                    </a:ext>
                  </a:extLst>
                </a:gridCol>
                <a:gridCol w="1769524">
                  <a:extLst>
                    <a:ext uri="{9D8B030D-6E8A-4147-A177-3AD203B41FA5}">
                      <a16:colId xmlns:a16="http://schemas.microsoft.com/office/drawing/2014/main" val="707728971"/>
                    </a:ext>
                  </a:extLst>
                </a:gridCol>
              </a:tblGrid>
              <a:tr h="1959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S.N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Location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Hostname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Serial No.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Device Type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No of Incidents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Primary RCA Driver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501664"/>
                  </a:ext>
                </a:extLst>
              </a:tr>
              <a:tr h="1959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JFL-16F-AP2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FGL2708LJXG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061205"/>
                  </a:ext>
                </a:extLst>
              </a:tr>
              <a:tr h="1959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JFL-16F-AP3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FGL2708LJXW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677944"/>
                  </a:ext>
                </a:extLst>
              </a:tr>
              <a:tr h="1959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JFL-16F-AP4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FGL2708LJXE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044661"/>
                  </a:ext>
                </a:extLst>
              </a:tr>
              <a:tr h="1959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JFL-16F-AP5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FGL2708LJY5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426021"/>
                  </a:ext>
                </a:extLst>
              </a:tr>
              <a:tr h="1959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JFL-16F-AP6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FGL2708LJY0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028298"/>
                  </a:ext>
                </a:extLst>
              </a:tr>
              <a:tr h="1959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Part of our PO but not in customer inventory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FJC283311U5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150388"/>
                  </a:ext>
                </a:extLst>
              </a:tr>
              <a:tr h="1959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JFL-15F-AP8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FGL2717MEB1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309375"/>
                  </a:ext>
                </a:extLst>
              </a:tr>
              <a:tr h="1959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JFL-16F-AP9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FGL2708LJV0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451479"/>
                  </a:ext>
                </a:extLst>
              </a:tr>
              <a:tr h="1959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JFL-16F-AP10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FGL2708LJY4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868595"/>
                  </a:ext>
                </a:extLst>
              </a:tr>
              <a:tr h="1959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JFL-16F-AP11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FGL2708LJUM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439805"/>
                  </a:ext>
                </a:extLst>
              </a:tr>
              <a:tr h="1959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JFL-16F-AP12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FGL2708LJUL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925450"/>
                  </a:ext>
                </a:extLst>
              </a:tr>
              <a:tr h="1959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JFL-16F-AP13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FGL2708LJVK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138710"/>
                  </a:ext>
                </a:extLst>
              </a:tr>
              <a:tr h="1959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JFL-17F-AP1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FGL2708LJWV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905145"/>
                  </a:ext>
                </a:extLst>
              </a:tr>
              <a:tr h="1959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JFL-17F-AP2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FGL2708LJU0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217491"/>
                  </a:ext>
                </a:extLst>
              </a:tr>
              <a:tr h="1959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JFL-17F-AP3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FGL2708LJU6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023802"/>
                  </a:ext>
                </a:extLst>
              </a:tr>
              <a:tr h="1959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JFL-17F-AP4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FGL2708LJX1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786909"/>
                  </a:ext>
                </a:extLst>
              </a:tr>
              <a:tr h="1959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JFL-17F-AP5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FGL2717ME1K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429641"/>
                  </a:ext>
                </a:extLst>
              </a:tr>
              <a:tr h="1959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JFL-17F-Ap6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FJC2649217U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404985"/>
                  </a:ext>
                </a:extLst>
              </a:tr>
              <a:tr h="1959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JFL-17F-AP7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FGL2708LJVX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483759"/>
                  </a:ext>
                </a:extLst>
              </a:tr>
              <a:tr h="1959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JFL-17F-AP8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FGL2708LJUA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4578058"/>
                  </a:ext>
                </a:extLst>
              </a:tr>
              <a:tr h="1959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JFL-17F-AP9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FGL2708LJU5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304650"/>
                  </a:ext>
                </a:extLst>
              </a:tr>
              <a:tr h="1959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JFL-17F-AP10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FGL2708LJWM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725742"/>
                  </a:ext>
                </a:extLst>
              </a:tr>
              <a:tr h="1959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JFL-17F-AP11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FGL2708LJTY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970943"/>
                  </a:ext>
                </a:extLst>
              </a:tr>
              <a:tr h="1959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JFL-17F-AP12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FGL2708LJTX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935837"/>
                  </a:ext>
                </a:extLst>
              </a:tr>
              <a:tr h="1959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FGL2708LJV5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17114"/>
                  </a:ext>
                </a:extLst>
              </a:tr>
              <a:tr h="1959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38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FGL2708LJUQ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116882"/>
                  </a:ext>
                </a:extLst>
              </a:tr>
              <a:tr h="1959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39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JFL-15F-AP11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FJC283311U3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900341"/>
                  </a:ext>
                </a:extLst>
              </a:tr>
              <a:tr h="1959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Noida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STOCK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FGL2708LJUR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AP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B244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847248"/>
                  </a:ext>
                </a:extLst>
              </a:tr>
            </a:tbl>
          </a:graphicData>
        </a:graphic>
      </p:graphicFrame>
      <p:sp>
        <p:nvSpPr>
          <p:cNvPr id="4" name="Text 0">
            <a:extLst>
              <a:ext uri="{FF2B5EF4-FFF2-40B4-BE49-F238E27FC236}">
                <a16:creationId xmlns:a16="http://schemas.microsoft.com/office/drawing/2014/main" id="{CD279844-4E3F-8E8D-D751-CBFD7FB2222F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</a:t>
            </a: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</a:t>
            </a:r>
            <a:r>
              <a:rPr lang="en-US" sz="1200" b="1" kern="0" spc="10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99106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0098D8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assets/cisc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438733"/>
            <a:ext cx="2286000" cy="53578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-91440" y="36322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0" y="49377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Data Systems   ·   www.proactive.co.in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2808</TotalTime>
  <Words>4793</Words>
  <Application>Microsoft Office PowerPoint</Application>
  <PresentationFormat>Widescreen</PresentationFormat>
  <Paragraphs>3516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Aptos Narrow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Vidhata Sharma</cp:lastModifiedBy>
  <cp:revision>265</cp:revision>
  <dcterms:created xsi:type="dcterms:W3CDTF">2026-07-16T06:49:37Z</dcterms:created>
  <dcterms:modified xsi:type="dcterms:W3CDTF">2026-08-03T09:39:54Z</dcterms:modified>
</cp:coreProperties>
</file>