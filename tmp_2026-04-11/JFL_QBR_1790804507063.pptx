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</c:v>
                </c:pt>
                <c:pt idx="1">
                  <c:v>185</c:v>
                </c:pt>
                <c:pt idx="2">
                  <c:v>14</c:v>
                </c:pt>
                <c:pt idx="3">
                  <c:v>0</c:v>
                </c:pt>
                <c:pt idx="4">
                  <c:v>45</c:v>
                </c:pt>
                <c:pt idx="5">
                  <c:v>0</c:v>
                </c:pt>
                <c:pt idx="6">
                  <c:v>40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342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94.7</c:v>
                </c:pt>
                <c:pt idx="1">
                  <c:v>5.299999999999997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11 April 2026 – 11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 / 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 / 56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 / 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70.95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(70.95% BREACH), Guwahati (97.78% BREACH), Bangalore (98.60%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(180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Mohali (2.21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Nagpur (Proactive: 99.89%, JFL: 70.95%).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11 April 2026 – 11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11 April 2026 – 11 July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342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68.20%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11 April 2026 – 11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98.22%,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342 incidents were recorded, with Greater Noida contributing the highest volume (185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61.01.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84779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 (180)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311603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(108)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4622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 (21)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3408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 (11)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68.20%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342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002155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776448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197404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482899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741941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61.0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342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185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340 incidents (99.4%)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(31.6%).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99.3%  ·  11 April 2026 – 11 July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98.22%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68.20%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76.37%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94.70% against a 99.3%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98.22%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SEC-CAB-GF-AP02-R01-SW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SEC-CAB-GF-AP03-R01-SW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342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99.4% — 340 tickets resolved, 2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76.37%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99.03%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61.01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Client Side Activity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76.37%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90.09 indicates strong operational stability.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98.60% — below SLA target of 99.3%.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76.4% of devices are incident-free — investigate recurring failures.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98.60% | Proactive Switch Uptime: 99.81% — below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92.22%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PRO/INC/43792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GF-AP01-ETP-SW1-10P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41.59%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74.32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99.03%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41.6%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74.32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99.03% | Proactive Switch Uptime: 99.84%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(43.2%).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66.87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97.78%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66.87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97.78% | Proactive Switch Uptime: 99.98%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62.13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98.67%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62.13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98.67% | Proactive Switch Uptime: 99.34%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70.95%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61.01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70.95%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61.01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70.95% | Proactive Switch Uptime: 99.89%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[Client Side Activity].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70.95%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Client Side Activity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PRO/INC/45528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PRO/INC/46268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PRO/INC/46310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PRO/INC/46815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(37.5%).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61.01).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62.13).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66.87).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61.01)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62.13)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66.87)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(180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(108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Alert for JFL-MOHALI-SCC - Devices operating at cr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Q3AC-YHHC-Q634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Q3AC-DTQ8-WQMM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Q2QW-FCJL-LJS8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Q2QW-FCH3-EMVG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Q2QW-BAYV-J6K5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Q2QW-EXXK-QDZ3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Camera not Working -GF-UTILITY-SW1-28-jfl bngl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Q2QW-EXXK-QDZ3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Q3KG-CFHX-4TRU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Q5AA-J9A9-ZJ2B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Q3KG-ZJZJ-WWH5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11 April 2026 – 11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2026-09-30T21:41:47Z</dcterms:created>
  <dcterms:modified xsi:type="dcterms:W3CDTF">2026-09-30T21:41:47Z</dcterms:modified>
</cp:coreProperties>
</file>