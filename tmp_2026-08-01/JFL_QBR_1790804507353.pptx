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76.73</c:v>
                </c:pt>
                <c:pt idx="1">
                  <c:v>23.269999999999996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August 2026 – 31 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(98.23% BREACH), Guwahati (99.05% BREACH), Greater Noida (99.06%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August 2026 – 31 August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August 2026 – 31 August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76.73%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August 2026 – 31 August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99.41%,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1 incidents were recorded, with Greater Noida contributing the highest volume (1 incidents), primarily driven by Stable Operations (No Incidents).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99.22.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(1)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76.73%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74752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7722657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44419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7726543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711775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incidents (0.0%)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High-frequency RCA (100.0%). Conduct root cause workshop with operations team.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August 2026 – 31 August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76.73%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76.73%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99.41%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0.0% — 0 tickets resolved, 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99.22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Unknown.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99.68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99.68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 — full SLA compliance maintained.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99.09%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99.09%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Bangalore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Bangalore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99.36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99.36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Stable Operations (No Incidents).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99.06%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99.06% | Proactive Switch Uptime: 99.99%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(100.0%).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99.64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99.64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 — full SLA compliance maintained.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99.05%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99.05%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GUWAHATI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Guwahati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Guwahati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99.41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 — full SLA compliance maintained.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99.33%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99.33% | Proactive Switch Uptime: 99.65%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MOHALI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Mohali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Mohali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99.22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99.22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 — full SLA compliance maintained.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98.23%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98.23%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NAGPUR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Nagpur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Nagpur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(100.0%). Conduct root cause workshop with operations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firmware update across all network switches and access points.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 placement at sites with elevated incident rates.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2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"Unknown" (1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(Possibly forged)Not able to login in GNSC core 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FVH2836L5EQ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August 2026 – 31 August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2026-09-30T21:41:47Z</dcterms:created>
  <dcterms:modified xsi:type="dcterms:W3CDTF">2026-09-30T21:41:47Z</dcterms:modified>
</cp:coreProperties>
</file>