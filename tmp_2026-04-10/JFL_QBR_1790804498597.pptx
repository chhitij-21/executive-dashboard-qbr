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7</c:v>
                </c:pt>
                <c:pt idx="2">
                  <c:v>3</c:v>
                </c:pt>
                <c:pt idx="3">
                  <c:v>0</c:v>
                </c:pt>
                <c:pt idx="4">
                  <c:v>3</c:v>
                </c:pt>
                <c:pt idx="5">
                  <c:v>0</c:v>
                </c:pt>
                <c:pt idx="6">
                  <c:v>3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80.18</c:v>
                </c:pt>
                <c:pt idx="1">
                  <c:v>19.819999999999993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10 April 2026 – 10 May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/ 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98.71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96.77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(96.77% BREACH), Bangalore (97.69% BREACH), Greater Noida (98.71%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(26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(0.40 incidents per device).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10 April 2026 – 10 May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10 April 2026 – 10 May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98.80%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80.18%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10 April 2026 – 10 May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98.80%,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33 incidents were recorded, with Bangalore contributing the highest volume (17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Guwahati reported the lowest at 75.48.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57643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 (26)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665683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 (3)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4622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 (2)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1945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 (1)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98.80%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80.18%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49803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755555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866608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7365903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737367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contributed the highest incident volume with 17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 incidents (100.0%)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78.8%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issue: Schedule hardware audit. Identify end-of-life devices for replacement.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10 April 2026 – 10 May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80.18%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98.80%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89.47%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96.77%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80.18%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98.80%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SEC-CAB-GF-AP02-R01-SW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SEC-CAB-GF-AP03-R01-SW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100.0% — 33 tickets resolved, 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96.77%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89.47%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75.48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Third Party Device issue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97.69%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96.47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96.47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97.69%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97.69% | Proactive Switch Uptime: 99.71%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97.69%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PRO/INC/43792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GF-AP01-ETP-SW1-10P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97.21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95.6%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97.21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98.71%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98.71% | Proactive Switch Uptime: 99.99%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75.48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98.94%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75.48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98.94%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89.47%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94.77 indicates strong operational stability.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99.33%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89.5% of devices are incident-free — investigate recurring failures.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99.33% | Proactive Switch Uptime: 99.65%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(33.3%).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96.77%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94.87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94.87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total incidents logged; primary driver: Third Party Device issue.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96.77%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Third Party Device issue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96.77% | Proactive Switch Uptime: 99.96%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96.77%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75.48).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75.48)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(26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"Third Party Device issue" (3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Alert for JFL-MOHALI-SCC - Devices operating at cr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Q3AC-YHHC-Q634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Q3AC-DTQ8-WQMM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Q2QW-FCJL-LJS8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Q2QW-FCH3-EMVG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Q2QW-BAYV-J6K5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Q2QW-EXXK-QDZ3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Camera not Working -GF-UTILITY-SW1-28-jfl bngl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Q2QW-EXXK-QDZ3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Q3KG-CFHX-4TRU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Q5AA-J9A9-ZJ2B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Q3KG-ZJZJ-WWH5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10 April 2026 – 10 May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2026-09-30T21:41:38Z</dcterms:created>
  <dcterms:modified xsi:type="dcterms:W3CDTF">2026-09-30T21:41:38Z</dcterms:modified>
</cp:coreProperties>
</file>