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</c:v>
                </c:pt>
                <c:pt idx="1">
                  <c:v>7</c:v>
                </c:pt>
                <c:pt idx="2">
                  <c:v>3</c:v>
                </c:pt>
                <c:pt idx="3">
                  <c:v>0</c:v>
                </c:pt>
                <c:pt idx="4">
                  <c:v>3</c:v>
                </c:pt>
                <c:pt idx="5">
                  <c:v>0</c:v>
                </c:pt>
                <c:pt idx="6">
                  <c:v>3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0.001</c:v>
                </c:pt>
                <c:pt idx="2">
                  <c:v>33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80.18</c:v>
                </c:pt>
                <c:pt idx="1">
                  <c:v>19.819999999999993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10 April 2026 – 10 May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1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97.69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 / 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98.71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/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98.94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/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/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96.77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Hyderabad (100.00%), Mumbai (100.00%), Noida (100.00%).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Nagpur (96.77% BREACH), Bangalore (97.69% BREACH), Greater Noida (98.71%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(26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Guwahati (0.40 incidents per device).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10 April 2026 – 10 May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10 April 2026 – 10 May 2026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277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98.80%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94.70%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80.18%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10 April 2026 – 10 May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98.80%, marginally below the 99.9%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33 incidents were recorded, with Bangalore contributing the highest volume (17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achieved the strongest health score while Guwahati reported the lowest at 75.48.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576437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78.8% (26)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issue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665683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 (3)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446227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6.1% (2)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219456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 (1)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98.80%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94.70%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80.18%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7498034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755555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5866608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75.5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7365903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94.8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7373676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94.9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70068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11480" y="265176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stock inventory devices registered in this reporting period.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434 devices across 8 sites.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434 devices (100.0%) are production-active and subject to SLA accountability.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0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33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contributed the highest incident volume with 17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33 incidents (100.0%)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78.8%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issue: Schedule hardware audit. Identify end-of-life devices for replacement.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91540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22376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86" name="Shape 83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88" name="Shape 85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90" name="Shape 87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92" name="Shape 89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94" name="Shape 91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99.9%  ·  10 April 2026 – 10 May 2026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80.18%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98.80%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94.70%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97.69%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98.71%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95.58%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98.94%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89.47%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96.77%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80.18% against a 99.9%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98.80%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PRO/INC/41715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PRO/INC/41803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SEC-CAB-GF-AP02-R01-SW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SEC-CAB-GF-AP03-R01-SW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SEC-CAB-SW2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PRO/INC/41992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2F-R4-SW3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GF-UTILITY-SW1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GF-UTILITY-SW1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33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100.0% — 33 tickets resolved, 0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97.2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98.71%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95.58%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96.5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97.69%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96.77%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89.47%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75.5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98.94%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reported the lowest health score of 75.48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75.5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Device Power Issues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Device Power Issues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Third Party Device issue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96.5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97.2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sites are currently in high-risk condition — commendable network stability.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97.69%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93.41%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96.47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93.4%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96.47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total incidents logged; primary driver: Device Power Issues.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97.69%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(60 switches, 122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97.69% | Proactive Switch Uptime: 99.71%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97.69%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Q2DW-EM6A-8GPL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92.05%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Q2DW-FPMF-3AL6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Q2EW-3S9C-VJRW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Q2EW-68N6-HTZ7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Q2EW-78HY-BNUV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Q2MW-CC67-WVEU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SEC-CAB-GF-AP02-R01-SW01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SEC-CAB-GF-AP03-R01-SW01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PRO/INC/41935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SEC-CAB-SW2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PRO/INC/41992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2F-R4-SW3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PRO/INC/41993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GF-UTILITY-SW1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GF-UTILITY-SW1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PRO/INC/43792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GF-AP01-ETP-SW1-10P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98.71%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95.58%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97.21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95.6%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97.21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total incidents logged; primary driver: Device Power Issues.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98.71%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113 active devices (38 switches, 75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98.71% | Proactive Switch Uptime: 99.99%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98.71%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FJC290222AL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FJC290222SV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FJC29021TTW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FJC29021TPQ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PRO/INC/42933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PRO/INC/44555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PRO/INC/44719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PRO/INC/44727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PRO/INC/44988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98.94%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75.48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98.94%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40.0%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75.48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98.94% | Proactive Switch Uptime: 99.99%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98.94%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HYDERABAD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Hyderabad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Hyderabad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99.33%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89.47%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94.77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94.77 indicates strong operational stability.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total incidents logged; primary driver: Stable Operations (No Incidents).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99.33% — below SLA target of 99.9%.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89.5% of devices are incident-free — investigate recurring failures.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Stable Operations (No Incidents)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(2 switches, 17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99.33% | Proactive Switch Uptime: 99.65%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99.33%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PRO/INC/41803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PRO/INC/43076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PRO/INC/45099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(33.3%).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 operates 8 active devices (8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FCW2302L13B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FCW2302G0TL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FCW2302D0ZJ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FCW2302D0Z7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FCW2302AHDZ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FCW2302DHGQ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FOC2302U0WY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96.77%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94.87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90.0%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94.87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total incidents logged; primary driver: Third Party Device issue.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96.77%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Third Party Device issue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96.77% | Proactive Switch Uptime: 99.96%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[Third Party Device issue]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96.77%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Third Party Device issue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PRO/INC/41715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PRO/INC/44676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PRO/INC/44824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99.97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99.97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81 active devices (41 switches, 40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FOC2635Y89M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FOC2635Y89T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FOC2647Y151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FOC2646YCRH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FOC2704Y1N8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FOC2704Y3AY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FOC2708YFGS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Noida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Noida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75.48).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Others failures.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6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Guwahati (Score: 75.48)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(26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"Third Party Device issue" (3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"New Configuration" (2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1 of 2)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Alert for JFL-MOHALI-SCC - Devices operating at cr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Q3LP-2PSJ-6DLB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Q3AC-YHHC-Q634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SEC-CAB-GF-AP02-R01-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Q3AC-DTQ8-WQMM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SEC-CAB-GF-AP03-R01-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Q2QW-FCJL-LJS8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Q2QW-FCH3-EMVG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SEC-CAB-SW2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Q2QW-BAYV-J6K5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2F-R4-SW3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Q2QW-EXXK-QDZ3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GF-UTILITY-SW1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Camera not Working -GF-UTILITY-SW1-28-jfl bngl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Q2QW-EXXK-QDZ3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GF-UTILITY-SW1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Q3KG-CFHX-4TRU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Q5AA-J9A9-ZJ2B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Q3KG-ZJZJ-WWH5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2 of 2)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Q5AA-RM28-C2R8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10 April 2026 – 10 May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1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2026-09-30T21:41:46Z</dcterms:created>
  <dcterms:modified xsi:type="dcterms:W3CDTF">2026-09-30T21:41:46Z</dcterms:modified>
</cp:coreProperties>
</file>